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2BB4F2-9C93-496D-A4B4-D993C3027AB4}" v="37" dt="2026-06-11T15:59:28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suf kaplaner" userId="42a7b1f61018ef48" providerId="LiveId" clId="{129FDC4E-8E11-41AD-9878-A3381C51B721}"/>
    <pc:docChg chg="undo redo custSel addSld modSld">
      <pc:chgData name="yusuf kaplaner" userId="42a7b1f61018ef48" providerId="LiveId" clId="{129FDC4E-8E11-41AD-9878-A3381C51B721}" dt="2026-06-11T16:00:27.120" v="115" actId="26606"/>
      <pc:docMkLst>
        <pc:docMk/>
      </pc:docMkLst>
      <pc:sldChg chg="addSp delSp modSp mod">
        <pc:chgData name="yusuf kaplaner" userId="42a7b1f61018ef48" providerId="LiveId" clId="{129FDC4E-8E11-41AD-9878-A3381C51B721}" dt="2026-06-11T15:43:33.637" v="13" actId="20577"/>
        <pc:sldMkLst>
          <pc:docMk/>
          <pc:sldMk cId="809888383" sldId="264"/>
        </pc:sldMkLst>
        <pc:spChg chg="mod">
          <ac:chgData name="yusuf kaplaner" userId="42a7b1f61018ef48" providerId="LiveId" clId="{129FDC4E-8E11-41AD-9878-A3381C51B721}" dt="2026-06-11T15:41:27.189" v="1" actId="2711"/>
          <ac:spMkLst>
            <pc:docMk/>
            <pc:sldMk cId="809888383" sldId="264"/>
            <ac:spMk id="2" creationId="{54A54AB4-13C0-367D-1C7E-047E83776530}"/>
          </ac:spMkLst>
        </pc:spChg>
        <pc:spChg chg="add del">
          <ac:chgData name="yusuf kaplaner" userId="42a7b1f61018ef48" providerId="LiveId" clId="{129FDC4E-8E11-41AD-9878-A3381C51B721}" dt="2026-06-11T15:41:47.815" v="4"/>
          <ac:spMkLst>
            <pc:docMk/>
            <pc:sldMk cId="809888383" sldId="264"/>
            <ac:spMk id="3" creationId="{DBAAAB16-956B-18B2-3313-0FE63C19CFDE}"/>
          </ac:spMkLst>
        </pc:spChg>
        <pc:spChg chg="add mod">
          <ac:chgData name="yusuf kaplaner" userId="42a7b1f61018ef48" providerId="LiveId" clId="{129FDC4E-8E11-41AD-9878-A3381C51B721}" dt="2026-06-11T15:41:46.596" v="3"/>
          <ac:spMkLst>
            <pc:docMk/>
            <pc:sldMk cId="809888383" sldId="264"/>
            <ac:spMk id="4" creationId="{85D47D76-C18F-9BFD-E753-4B1D265620B4}"/>
          </ac:spMkLst>
        </pc:spChg>
        <pc:spChg chg="add mod">
          <ac:chgData name="yusuf kaplaner" userId="42a7b1f61018ef48" providerId="LiveId" clId="{129FDC4E-8E11-41AD-9878-A3381C51B721}" dt="2026-06-11T15:43:33.637" v="13" actId="20577"/>
          <ac:spMkLst>
            <pc:docMk/>
            <pc:sldMk cId="809888383" sldId="264"/>
            <ac:spMk id="5" creationId="{91E73165-9931-402B-D45D-233D1AAF9C7E}"/>
          </ac:spMkLst>
        </pc:spChg>
      </pc:sldChg>
      <pc:sldChg chg="addSp delSp modSp new mod">
        <pc:chgData name="yusuf kaplaner" userId="42a7b1f61018ef48" providerId="LiveId" clId="{129FDC4E-8E11-41AD-9878-A3381C51B721}" dt="2026-06-11T15:47:00.308" v="38" actId="20577"/>
        <pc:sldMkLst>
          <pc:docMk/>
          <pc:sldMk cId="2631247967" sldId="265"/>
        </pc:sldMkLst>
        <pc:spChg chg="mod">
          <ac:chgData name="yusuf kaplaner" userId="42a7b1f61018ef48" providerId="LiveId" clId="{129FDC4E-8E11-41AD-9878-A3381C51B721}" dt="2026-06-11T15:44:38.617" v="16" actId="2711"/>
          <ac:spMkLst>
            <pc:docMk/>
            <pc:sldMk cId="2631247967" sldId="265"/>
            <ac:spMk id="2" creationId="{7E62B1C4-541E-9FB9-F953-F5D888620B38}"/>
          </ac:spMkLst>
        </pc:spChg>
        <pc:spChg chg="del">
          <ac:chgData name="yusuf kaplaner" userId="42a7b1f61018ef48" providerId="LiveId" clId="{129FDC4E-8E11-41AD-9878-A3381C51B721}" dt="2026-06-11T15:44:52.551" v="17"/>
          <ac:spMkLst>
            <pc:docMk/>
            <pc:sldMk cId="2631247967" sldId="265"/>
            <ac:spMk id="3" creationId="{8C677733-B31D-3F99-B86F-FD5D07FFD852}"/>
          </ac:spMkLst>
        </pc:spChg>
        <pc:spChg chg="add mod">
          <ac:chgData name="yusuf kaplaner" userId="42a7b1f61018ef48" providerId="LiveId" clId="{129FDC4E-8E11-41AD-9878-A3381C51B721}" dt="2026-06-11T15:47:00.308" v="38" actId="20577"/>
          <ac:spMkLst>
            <pc:docMk/>
            <pc:sldMk cId="2631247967" sldId="265"/>
            <ac:spMk id="4" creationId="{72107333-1599-740A-FEE4-A8EE65FEBD2B}"/>
          </ac:spMkLst>
        </pc:spChg>
      </pc:sldChg>
      <pc:sldChg chg="addSp modSp new mod setBg">
        <pc:chgData name="yusuf kaplaner" userId="42a7b1f61018ef48" providerId="LiveId" clId="{129FDC4E-8E11-41AD-9878-A3381C51B721}" dt="2026-06-11T15:49:50.209" v="63" actId="26606"/>
        <pc:sldMkLst>
          <pc:docMk/>
          <pc:sldMk cId="4154309781" sldId="266"/>
        </pc:sldMkLst>
        <pc:spChg chg="mod">
          <ac:chgData name="yusuf kaplaner" userId="42a7b1f61018ef48" providerId="LiveId" clId="{129FDC4E-8E11-41AD-9878-A3381C51B721}" dt="2026-06-11T15:49:50.209" v="63" actId="26606"/>
          <ac:spMkLst>
            <pc:docMk/>
            <pc:sldMk cId="4154309781" sldId="266"/>
            <ac:spMk id="2" creationId="{7C41FE99-EB18-E7B0-7F46-DEADD5948A6A}"/>
          </ac:spMkLst>
        </pc:spChg>
        <pc:spChg chg="mod">
          <ac:chgData name="yusuf kaplaner" userId="42a7b1f61018ef48" providerId="LiveId" clId="{129FDC4E-8E11-41AD-9878-A3381C51B721}" dt="2026-06-11T15:49:50.209" v="63" actId="26606"/>
          <ac:spMkLst>
            <pc:docMk/>
            <pc:sldMk cId="4154309781" sldId="266"/>
            <ac:spMk id="3" creationId="{13299FA1-21C5-2E86-149C-0724D0154DB1}"/>
          </ac:spMkLst>
        </pc:spChg>
        <pc:spChg chg="add">
          <ac:chgData name="yusuf kaplaner" userId="42a7b1f61018ef48" providerId="LiveId" clId="{129FDC4E-8E11-41AD-9878-A3381C51B721}" dt="2026-06-11T15:49:50.209" v="63" actId="26606"/>
          <ac:spMkLst>
            <pc:docMk/>
            <pc:sldMk cId="4154309781" sldId="266"/>
            <ac:spMk id="10" creationId="{32AEEBC8-9D30-42EF-95F2-386C2653FBF0}"/>
          </ac:spMkLst>
        </pc:spChg>
        <pc:spChg chg="add">
          <ac:chgData name="yusuf kaplaner" userId="42a7b1f61018ef48" providerId="LiveId" clId="{129FDC4E-8E11-41AD-9878-A3381C51B721}" dt="2026-06-11T15:49:50.209" v="63" actId="26606"/>
          <ac:spMkLst>
            <pc:docMk/>
            <pc:sldMk cId="4154309781" sldId="266"/>
            <ac:spMk id="12" creationId="{2E92FA66-67D7-4CB4-94D3-E643A9AD4757}"/>
          </ac:spMkLst>
        </pc:spChg>
        <pc:picChg chg="add mod">
          <ac:chgData name="yusuf kaplaner" userId="42a7b1f61018ef48" providerId="LiveId" clId="{129FDC4E-8E11-41AD-9878-A3381C51B721}" dt="2026-06-11T15:49:50.209" v="63" actId="26606"/>
          <ac:picMkLst>
            <pc:docMk/>
            <pc:sldMk cId="4154309781" sldId="266"/>
            <ac:picMk id="5" creationId="{79125B45-6048-5AAB-03F6-EFD0A1FE4374}"/>
          </ac:picMkLst>
        </pc:picChg>
      </pc:sldChg>
      <pc:sldChg chg="addSp delSp modSp new mod setBg">
        <pc:chgData name="yusuf kaplaner" userId="42a7b1f61018ef48" providerId="LiveId" clId="{129FDC4E-8E11-41AD-9878-A3381C51B721}" dt="2026-06-11T15:53:37.232" v="74" actId="26606"/>
        <pc:sldMkLst>
          <pc:docMk/>
          <pc:sldMk cId="3756195994" sldId="267"/>
        </pc:sldMkLst>
        <pc:spChg chg="mod">
          <ac:chgData name="yusuf kaplaner" userId="42a7b1f61018ef48" providerId="LiveId" clId="{129FDC4E-8E11-41AD-9878-A3381C51B721}" dt="2026-06-11T15:53:37.232" v="74" actId="26606"/>
          <ac:spMkLst>
            <pc:docMk/>
            <pc:sldMk cId="3756195994" sldId="267"/>
            <ac:spMk id="2" creationId="{07EF47D1-51FF-14FA-E858-164B55F79E0E}"/>
          </ac:spMkLst>
        </pc:spChg>
        <pc:spChg chg="del">
          <ac:chgData name="yusuf kaplaner" userId="42a7b1f61018ef48" providerId="LiveId" clId="{129FDC4E-8E11-41AD-9878-A3381C51B721}" dt="2026-06-11T15:50:42.258" v="67"/>
          <ac:spMkLst>
            <pc:docMk/>
            <pc:sldMk cId="3756195994" sldId="267"/>
            <ac:spMk id="3" creationId="{59B57BC9-E146-CC30-5715-C61F089CEBD5}"/>
          </ac:spMkLst>
        </pc:spChg>
        <pc:spChg chg="add mod">
          <ac:chgData name="yusuf kaplaner" userId="42a7b1f61018ef48" providerId="LiveId" clId="{129FDC4E-8E11-41AD-9878-A3381C51B721}" dt="2026-06-11T15:53:37.232" v="74" actId="26606"/>
          <ac:spMkLst>
            <pc:docMk/>
            <pc:sldMk cId="3756195994" sldId="267"/>
            <ac:spMk id="4" creationId="{91D4A074-07F0-4550-3666-C6933F38B7BA}"/>
          </ac:spMkLst>
        </pc:spChg>
        <pc:spChg chg="add del">
          <ac:chgData name="yusuf kaplaner" userId="42a7b1f61018ef48" providerId="LiveId" clId="{129FDC4E-8E11-41AD-9878-A3381C51B721}" dt="2026-06-11T15:53:37.224" v="73" actId="26606"/>
          <ac:spMkLst>
            <pc:docMk/>
            <pc:sldMk cId="3756195994" sldId="267"/>
            <ac:spMk id="11" creationId="{32AEEBC8-9D30-42EF-95F2-386C2653FBF0}"/>
          </ac:spMkLst>
        </pc:spChg>
        <pc:spChg chg="add del">
          <ac:chgData name="yusuf kaplaner" userId="42a7b1f61018ef48" providerId="LiveId" clId="{129FDC4E-8E11-41AD-9878-A3381C51B721}" dt="2026-06-11T15:53:37.224" v="73" actId="26606"/>
          <ac:spMkLst>
            <pc:docMk/>
            <pc:sldMk cId="3756195994" sldId="267"/>
            <ac:spMk id="13" creationId="{2E92FA66-67D7-4CB4-94D3-E643A9AD4757}"/>
          </ac:spMkLst>
        </pc:spChg>
        <pc:spChg chg="add">
          <ac:chgData name="yusuf kaplaner" userId="42a7b1f61018ef48" providerId="LiveId" clId="{129FDC4E-8E11-41AD-9878-A3381C51B721}" dt="2026-06-11T15:53:37.232" v="74" actId="26606"/>
          <ac:spMkLst>
            <pc:docMk/>
            <pc:sldMk cId="3756195994" sldId="267"/>
            <ac:spMk id="15" creationId="{1A95671B-3CC6-4792-9114-B74FAEA224E6}"/>
          </ac:spMkLst>
        </pc:spChg>
        <pc:picChg chg="add mod">
          <ac:chgData name="yusuf kaplaner" userId="42a7b1f61018ef48" providerId="LiveId" clId="{129FDC4E-8E11-41AD-9878-A3381C51B721}" dt="2026-06-11T15:53:37.232" v="74" actId="26606"/>
          <ac:picMkLst>
            <pc:docMk/>
            <pc:sldMk cId="3756195994" sldId="267"/>
            <ac:picMk id="6" creationId="{CAA82407-2A0E-BC28-B1FE-B593AA968764}"/>
          </ac:picMkLst>
        </pc:picChg>
      </pc:sldChg>
      <pc:sldChg chg="addSp delSp modSp new mod setBg">
        <pc:chgData name="yusuf kaplaner" userId="42a7b1f61018ef48" providerId="LiveId" clId="{129FDC4E-8E11-41AD-9878-A3381C51B721}" dt="2026-06-11T15:56:49.368" v="93" actId="26606"/>
        <pc:sldMkLst>
          <pc:docMk/>
          <pc:sldMk cId="3179046831" sldId="268"/>
        </pc:sldMkLst>
        <pc:spChg chg="mod">
          <ac:chgData name="yusuf kaplaner" userId="42a7b1f61018ef48" providerId="LiveId" clId="{129FDC4E-8E11-41AD-9878-A3381C51B721}" dt="2026-06-11T15:56:49.368" v="93" actId="26606"/>
          <ac:spMkLst>
            <pc:docMk/>
            <pc:sldMk cId="3179046831" sldId="268"/>
            <ac:spMk id="2" creationId="{AFB8583D-4B8B-714F-85E1-16127FDAC879}"/>
          </ac:spMkLst>
        </pc:spChg>
        <pc:spChg chg="del">
          <ac:chgData name="yusuf kaplaner" userId="42a7b1f61018ef48" providerId="LiveId" clId="{129FDC4E-8E11-41AD-9878-A3381C51B721}" dt="2026-06-11T15:54:38.835" v="78"/>
          <ac:spMkLst>
            <pc:docMk/>
            <pc:sldMk cId="3179046831" sldId="268"/>
            <ac:spMk id="3" creationId="{FAEDDA5B-DC4C-3B27-B6F8-BC0053044ECA}"/>
          </ac:spMkLst>
        </pc:spChg>
        <pc:spChg chg="add mod">
          <ac:chgData name="yusuf kaplaner" userId="42a7b1f61018ef48" providerId="LiveId" clId="{129FDC4E-8E11-41AD-9878-A3381C51B721}" dt="2026-06-11T15:56:49.368" v="93" actId="26606"/>
          <ac:spMkLst>
            <pc:docMk/>
            <pc:sldMk cId="3179046831" sldId="268"/>
            <ac:spMk id="4" creationId="{17C8AA5D-C06E-6847-EAE9-6F7276675D44}"/>
          </ac:spMkLst>
        </pc:spChg>
        <pc:spChg chg="add del">
          <ac:chgData name="yusuf kaplaner" userId="42a7b1f61018ef48" providerId="LiveId" clId="{129FDC4E-8E11-41AD-9878-A3381C51B721}" dt="2026-06-11T15:56:49.368" v="93" actId="26606"/>
          <ac:spMkLst>
            <pc:docMk/>
            <pc:sldMk cId="3179046831" sldId="268"/>
            <ac:spMk id="11" creationId="{1A95671B-3CC6-4792-9114-B74FAEA224E6}"/>
          </ac:spMkLst>
        </pc:spChg>
        <pc:spChg chg="add">
          <ac:chgData name="yusuf kaplaner" userId="42a7b1f61018ef48" providerId="LiveId" clId="{129FDC4E-8E11-41AD-9878-A3381C51B721}" dt="2026-06-11T15:56:49.368" v="93" actId="26606"/>
          <ac:spMkLst>
            <pc:docMk/>
            <pc:sldMk cId="3179046831" sldId="268"/>
            <ac:spMk id="16" creationId="{32AEEBC8-9D30-42EF-95F2-386C2653FBF0}"/>
          </ac:spMkLst>
        </pc:spChg>
        <pc:spChg chg="add">
          <ac:chgData name="yusuf kaplaner" userId="42a7b1f61018ef48" providerId="LiveId" clId="{129FDC4E-8E11-41AD-9878-A3381C51B721}" dt="2026-06-11T15:56:49.368" v="93" actId="26606"/>
          <ac:spMkLst>
            <pc:docMk/>
            <pc:sldMk cId="3179046831" sldId="268"/>
            <ac:spMk id="18" creationId="{2E92FA66-67D7-4CB4-94D3-E643A9AD4757}"/>
          </ac:spMkLst>
        </pc:spChg>
        <pc:picChg chg="add mod">
          <ac:chgData name="yusuf kaplaner" userId="42a7b1f61018ef48" providerId="LiveId" clId="{129FDC4E-8E11-41AD-9878-A3381C51B721}" dt="2026-06-11T15:56:49.368" v="93" actId="26606"/>
          <ac:picMkLst>
            <pc:docMk/>
            <pc:sldMk cId="3179046831" sldId="268"/>
            <ac:picMk id="6" creationId="{EFA52F33-2852-B20A-9278-D7DFBE3E439B}"/>
          </ac:picMkLst>
        </pc:picChg>
        <pc:picChg chg="add del">
          <ac:chgData name="yusuf kaplaner" userId="42a7b1f61018ef48" providerId="LiveId" clId="{129FDC4E-8E11-41AD-9878-A3381C51B721}" dt="2026-06-11T15:56:44.293" v="92" actId="22"/>
          <ac:picMkLst>
            <pc:docMk/>
            <pc:sldMk cId="3179046831" sldId="268"/>
            <ac:picMk id="8" creationId="{8B8C196B-0F05-CE72-A303-4080090D31AC}"/>
          </ac:picMkLst>
        </pc:picChg>
      </pc:sldChg>
      <pc:sldChg chg="addSp delSp modSp new mod setBg">
        <pc:chgData name="yusuf kaplaner" userId="42a7b1f61018ef48" providerId="LiveId" clId="{129FDC4E-8E11-41AD-9878-A3381C51B721}" dt="2026-06-11T15:58:35.333" v="101" actId="26606"/>
        <pc:sldMkLst>
          <pc:docMk/>
          <pc:sldMk cId="2637873451" sldId="269"/>
        </pc:sldMkLst>
        <pc:spChg chg="mod">
          <ac:chgData name="yusuf kaplaner" userId="42a7b1f61018ef48" providerId="LiveId" clId="{129FDC4E-8E11-41AD-9878-A3381C51B721}" dt="2026-06-11T15:58:35.333" v="101" actId="26606"/>
          <ac:spMkLst>
            <pc:docMk/>
            <pc:sldMk cId="2637873451" sldId="269"/>
            <ac:spMk id="2" creationId="{0B711720-3BC7-A4C7-7B34-C8A41D7E8BB8}"/>
          </ac:spMkLst>
        </pc:spChg>
        <pc:spChg chg="del">
          <ac:chgData name="yusuf kaplaner" userId="42a7b1f61018ef48" providerId="LiveId" clId="{129FDC4E-8E11-41AD-9878-A3381C51B721}" dt="2026-06-11T15:58:00.296" v="97"/>
          <ac:spMkLst>
            <pc:docMk/>
            <pc:sldMk cId="2637873451" sldId="269"/>
            <ac:spMk id="3" creationId="{4A61AA66-10F6-6759-76F3-E755D522A3FA}"/>
          </ac:spMkLst>
        </pc:spChg>
        <pc:spChg chg="add mod">
          <ac:chgData name="yusuf kaplaner" userId="42a7b1f61018ef48" providerId="LiveId" clId="{129FDC4E-8E11-41AD-9878-A3381C51B721}" dt="2026-06-11T15:58:35.333" v="101" actId="26606"/>
          <ac:spMkLst>
            <pc:docMk/>
            <pc:sldMk cId="2637873451" sldId="269"/>
            <ac:spMk id="4" creationId="{EAFE8CBC-0322-67AA-7ED8-8F067C05C69E}"/>
          </ac:spMkLst>
        </pc:spChg>
        <pc:spChg chg="add">
          <ac:chgData name="yusuf kaplaner" userId="42a7b1f61018ef48" providerId="LiveId" clId="{129FDC4E-8E11-41AD-9878-A3381C51B721}" dt="2026-06-11T15:58:10.915" v="100"/>
          <ac:spMkLst>
            <pc:docMk/>
            <pc:sldMk cId="2637873451" sldId="269"/>
            <ac:spMk id="5" creationId="{430FD4E6-DCF5-DC2C-628F-F01189F80C86}"/>
          </ac:spMkLst>
        </pc:spChg>
        <pc:spChg chg="add">
          <ac:chgData name="yusuf kaplaner" userId="42a7b1f61018ef48" providerId="LiveId" clId="{129FDC4E-8E11-41AD-9878-A3381C51B721}" dt="2026-06-11T15:58:35.333" v="101" actId="26606"/>
          <ac:spMkLst>
            <pc:docMk/>
            <pc:sldMk cId="2637873451" sldId="269"/>
            <ac:spMk id="10" creationId="{2C61293E-6EBE-43EF-A52C-9BEBFD7679D4}"/>
          </ac:spMkLst>
        </pc:spChg>
        <pc:spChg chg="add">
          <ac:chgData name="yusuf kaplaner" userId="42a7b1f61018ef48" providerId="LiveId" clId="{129FDC4E-8E11-41AD-9878-A3381C51B721}" dt="2026-06-11T15:58:35.333" v="101" actId="26606"/>
          <ac:spMkLst>
            <pc:docMk/>
            <pc:sldMk cId="2637873451" sldId="269"/>
            <ac:spMk id="12" creationId="{21540236-BFD5-4A9D-8840-4703E7F76825}"/>
          </ac:spMkLst>
        </pc:spChg>
        <pc:picChg chg="add">
          <ac:chgData name="yusuf kaplaner" userId="42a7b1f61018ef48" providerId="LiveId" clId="{129FDC4E-8E11-41AD-9878-A3381C51B721}" dt="2026-06-11T15:58:35.333" v="101" actId="26606"/>
          <ac:picMkLst>
            <pc:docMk/>
            <pc:sldMk cId="2637873451" sldId="269"/>
            <ac:picMk id="6" creationId="{03D9E678-A804-B865-D343-1D144AEED857}"/>
          </ac:picMkLst>
        </pc:picChg>
      </pc:sldChg>
      <pc:sldChg chg="addSp delSp modSp new mod setBg">
        <pc:chgData name="yusuf kaplaner" userId="42a7b1f61018ef48" providerId="LiveId" clId="{129FDC4E-8E11-41AD-9878-A3381C51B721}" dt="2026-06-11T16:00:27.120" v="115" actId="26606"/>
        <pc:sldMkLst>
          <pc:docMk/>
          <pc:sldMk cId="4148381060" sldId="270"/>
        </pc:sldMkLst>
        <pc:spChg chg="mod">
          <ac:chgData name="yusuf kaplaner" userId="42a7b1f61018ef48" providerId="LiveId" clId="{129FDC4E-8E11-41AD-9878-A3381C51B721}" dt="2026-06-11T16:00:27.120" v="115" actId="26606"/>
          <ac:spMkLst>
            <pc:docMk/>
            <pc:sldMk cId="4148381060" sldId="270"/>
            <ac:spMk id="2" creationId="{7BB59AFA-B88C-41BB-8EF7-2D6255EB253F}"/>
          </ac:spMkLst>
        </pc:spChg>
        <pc:spChg chg="del">
          <ac:chgData name="yusuf kaplaner" userId="42a7b1f61018ef48" providerId="LiveId" clId="{129FDC4E-8E11-41AD-9878-A3381C51B721}" dt="2026-06-11T15:59:21.367" v="105"/>
          <ac:spMkLst>
            <pc:docMk/>
            <pc:sldMk cId="4148381060" sldId="270"/>
            <ac:spMk id="3" creationId="{901135FF-8758-62CA-D64A-CF5962114417}"/>
          </ac:spMkLst>
        </pc:spChg>
        <pc:spChg chg="add mod">
          <ac:chgData name="yusuf kaplaner" userId="42a7b1f61018ef48" providerId="LiveId" clId="{129FDC4E-8E11-41AD-9878-A3381C51B721}" dt="2026-06-11T16:00:27.120" v="115" actId="26606"/>
          <ac:spMkLst>
            <pc:docMk/>
            <pc:sldMk cId="4148381060" sldId="270"/>
            <ac:spMk id="4" creationId="{C4AADA48-F277-EE54-9C91-C54D4F4DDDC3}"/>
          </ac:spMkLst>
        </pc:spChg>
        <pc:spChg chg="add del">
          <ac:chgData name="yusuf kaplaner" userId="42a7b1f61018ef48" providerId="LiveId" clId="{129FDC4E-8E11-41AD-9878-A3381C51B721}" dt="2026-06-11T16:00:18.596" v="110" actId="26606"/>
          <ac:spMkLst>
            <pc:docMk/>
            <pc:sldMk cId="4148381060" sldId="270"/>
            <ac:spMk id="11" creationId="{32AEEBC8-9D30-42EF-95F2-386C2653FBF0}"/>
          </ac:spMkLst>
        </pc:spChg>
        <pc:spChg chg="add del">
          <ac:chgData name="yusuf kaplaner" userId="42a7b1f61018ef48" providerId="LiveId" clId="{129FDC4E-8E11-41AD-9878-A3381C51B721}" dt="2026-06-11T16:00:18.596" v="110" actId="26606"/>
          <ac:spMkLst>
            <pc:docMk/>
            <pc:sldMk cId="4148381060" sldId="270"/>
            <ac:spMk id="13" creationId="{2E92FA66-67D7-4CB4-94D3-E643A9AD4757}"/>
          </ac:spMkLst>
        </pc:spChg>
        <pc:spChg chg="add del">
          <ac:chgData name="yusuf kaplaner" userId="42a7b1f61018ef48" providerId="LiveId" clId="{129FDC4E-8E11-41AD-9878-A3381C51B721}" dt="2026-06-11T16:00:25.449" v="112" actId="26606"/>
          <ac:spMkLst>
            <pc:docMk/>
            <pc:sldMk cId="4148381060" sldId="270"/>
            <ac:spMk id="15" creationId="{C0BDBCD2-E081-43AB-9119-C55465E59757}"/>
          </ac:spMkLst>
        </pc:spChg>
        <pc:spChg chg="add del">
          <ac:chgData name="yusuf kaplaner" userId="42a7b1f61018ef48" providerId="LiveId" clId="{129FDC4E-8E11-41AD-9878-A3381C51B721}" dt="2026-06-11T16:00:25.449" v="112" actId="26606"/>
          <ac:spMkLst>
            <pc:docMk/>
            <pc:sldMk cId="4148381060" sldId="270"/>
            <ac:spMk id="16" creationId="{0288C6B4-AFC3-407F-A595-EFFD38D4CCAF}"/>
          </ac:spMkLst>
        </pc:spChg>
        <pc:spChg chg="add del">
          <ac:chgData name="yusuf kaplaner" userId="42a7b1f61018ef48" providerId="LiveId" clId="{129FDC4E-8E11-41AD-9878-A3381C51B721}" dt="2026-06-11T16:00:25.449" v="112" actId="26606"/>
          <ac:spMkLst>
            <pc:docMk/>
            <pc:sldMk cId="4148381060" sldId="270"/>
            <ac:spMk id="17" creationId="{98E79BE4-34FE-485A-98A5-92CE8F7C4743}"/>
          </ac:spMkLst>
        </pc:spChg>
        <pc:spChg chg="add del">
          <ac:chgData name="yusuf kaplaner" userId="42a7b1f61018ef48" providerId="LiveId" clId="{129FDC4E-8E11-41AD-9878-A3381C51B721}" dt="2026-06-11T16:00:25.449" v="112" actId="26606"/>
          <ac:spMkLst>
            <pc:docMk/>
            <pc:sldMk cId="4148381060" sldId="270"/>
            <ac:spMk id="18" creationId="{CF236821-17FE-429B-8D2C-08E13A64EA40}"/>
          </ac:spMkLst>
        </pc:spChg>
        <pc:spChg chg="add del">
          <ac:chgData name="yusuf kaplaner" userId="42a7b1f61018ef48" providerId="LiveId" clId="{129FDC4E-8E11-41AD-9878-A3381C51B721}" dt="2026-06-11T16:00:25.449" v="112" actId="26606"/>
          <ac:spMkLst>
            <pc:docMk/>
            <pc:sldMk cId="4148381060" sldId="270"/>
            <ac:spMk id="19" creationId="{7A5F0580-5EE9-419F-96EE-B6529EF6E7D0}"/>
          </ac:spMkLst>
        </pc:spChg>
        <pc:spChg chg="add del">
          <ac:chgData name="yusuf kaplaner" userId="42a7b1f61018ef48" providerId="LiveId" clId="{129FDC4E-8E11-41AD-9878-A3381C51B721}" dt="2026-06-11T16:00:27.111" v="114" actId="26606"/>
          <ac:spMkLst>
            <pc:docMk/>
            <pc:sldMk cId="4148381060" sldId="270"/>
            <ac:spMk id="21" creationId="{1A95671B-3CC6-4792-9114-B74FAEA224E6}"/>
          </ac:spMkLst>
        </pc:spChg>
        <pc:spChg chg="add">
          <ac:chgData name="yusuf kaplaner" userId="42a7b1f61018ef48" providerId="LiveId" clId="{129FDC4E-8E11-41AD-9878-A3381C51B721}" dt="2026-06-11T16:00:27.120" v="115" actId="26606"/>
          <ac:spMkLst>
            <pc:docMk/>
            <pc:sldMk cId="4148381060" sldId="270"/>
            <ac:spMk id="23" creationId="{32AEEBC8-9D30-42EF-95F2-386C2653FBF0}"/>
          </ac:spMkLst>
        </pc:spChg>
        <pc:spChg chg="add">
          <ac:chgData name="yusuf kaplaner" userId="42a7b1f61018ef48" providerId="LiveId" clId="{129FDC4E-8E11-41AD-9878-A3381C51B721}" dt="2026-06-11T16:00:27.120" v="115" actId="26606"/>
          <ac:spMkLst>
            <pc:docMk/>
            <pc:sldMk cId="4148381060" sldId="270"/>
            <ac:spMk id="24" creationId="{2E92FA66-67D7-4CB4-94D3-E643A9AD4757}"/>
          </ac:spMkLst>
        </pc:spChg>
        <pc:picChg chg="add mod">
          <ac:chgData name="yusuf kaplaner" userId="42a7b1f61018ef48" providerId="LiveId" clId="{129FDC4E-8E11-41AD-9878-A3381C51B721}" dt="2026-06-11T16:00:27.120" v="115" actId="26606"/>
          <ac:picMkLst>
            <pc:docMk/>
            <pc:sldMk cId="4148381060" sldId="270"/>
            <ac:picMk id="6" creationId="{FA4B1CF9-1D42-94CF-A6E7-307DB21255C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D235BE6-E156-1971-CC93-E852C5672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2762518-0504-8430-855E-9AC2415BFF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2F28F4C-FB23-4F95-834C-3A5150F88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A633-FB2B-43C0-AE0D-E4499B04BECC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D6527AE-8D49-F4AC-782C-B7EABC0E4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F6C5529-210B-FCB8-563F-BBC23EFC6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B95BB-1756-40DF-86CF-0D2A21F7DED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9114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E21426-15DA-74AF-16FA-A2F66D12F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E2A5B52-E4A5-73CF-3948-048D1221F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0D7031E-CC42-3248-C333-864860F03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A633-FB2B-43C0-AE0D-E4499B04BECC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162C0E4-677C-3CAE-4EA0-E100D908F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8F771F0-177B-7097-5E4C-60C9E4EBD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B95BB-1756-40DF-86CF-0D2A21F7DED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2703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8AE702-6325-3A99-062F-6C731F4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E344BB8-62D2-0FA5-4AC3-2AE47923F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F89FB4B-B20D-1135-609B-403AE4485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A633-FB2B-43C0-AE0D-E4499B04BECC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CED6503-EB95-D6B4-BF2B-E337551B3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EEA5E63-C3F6-2002-F811-1DFB5D1D3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B95BB-1756-40DF-86CF-0D2A21F7DED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5887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312484F-68DE-AA1E-4114-17E545B3A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E86A2CC-191C-003B-9868-A783B0FE9E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8F12E26-75D9-2EA6-C567-431E1D6B4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5AE494F-212E-CE42-B0F4-93D0FD09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A633-FB2B-43C0-AE0D-E4499B04BECC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90D4638-0A1B-E8FA-5AF8-218492BB0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6DC3EC5-7CEE-6A07-0004-D875C695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B95BB-1756-40DF-86CF-0D2A21F7DED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9942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D723BF-FC64-6CBF-B49A-E3226D32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ADA5847-94F3-CD5D-674C-86F63C50C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781A3A7-C472-FCFC-7F68-BC6F03935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D7B77B53-581B-17D0-EF93-3DDFE8BFF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721DA8C-71E2-442C-F79C-CA62991754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F88B388B-1661-3737-0EBB-FFA3999ED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A633-FB2B-43C0-AE0D-E4499B04BECC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69B5644B-424E-8210-8645-D619FC8B4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FBF628C5-C658-3446-949B-5651198C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B95BB-1756-40DF-86CF-0D2A21F7DED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652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DE9562-C997-C559-A861-379DC341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098662B-336D-94F0-7076-9CD61A8AF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A633-FB2B-43C0-AE0D-E4499B04BECC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828176D-5BAD-EE73-BC79-61E9BEBE4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DE644E7-BF67-34CC-268F-5C3D4A4D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B95BB-1756-40DF-86CF-0D2A21F7DED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7153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2900659-CB3B-2FFA-DAAE-99D8F71F6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A633-FB2B-43C0-AE0D-E4499B04BECC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2765C48-AC63-9C76-2157-5E290D46F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3884587-C2DE-96D6-9350-7A4766D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B95BB-1756-40DF-86CF-0D2A21F7DED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3671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51DDD4F-0B35-A720-2A3E-066E1B6C3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CE818F8-AD34-1411-27A3-EA16BCBF8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983111E-7D24-E8F1-D902-BD8FC7134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F4A6299-8669-656C-89A2-7A51B04B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A633-FB2B-43C0-AE0D-E4499B04BECC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F5B5A54-4524-1E86-1E2A-C87734BC6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6343E1A-B866-09E5-D37C-BBEAEA68A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B95BB-1756-40DF-86CF-0D2A21F7DED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445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B05A3A-68A8-6C53-1C7A-9FC0F6328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4CDFA8B-D263-79FB-B9A2-0E929A33E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E744C15-55D2-F505-7EC9-01FCFB7E0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31821FE-B3E8-96F5-6D8B-F30926DEB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A633-FB2B-43C0-AE0D-E4499B04BECC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18E0672-A65A-F8A0-3787-0680537C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B594421-DF22-EFC9-E01A-1DC3962C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B95BB-1756-40DF-86CF-0D2A21F7DED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9469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197605-4DBE-0930-4530-8481BD6A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40DBF3F-9D46-2EA7-EE97-5F1F0A6AB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FCAAB65-0EBE-C080-E6A8-792FEA31B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A633-FB2B-43C0-AE0D-E4499B04BECC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634FCD1-B9C9-AABB-049C-93EF6CDA5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EBA7F4E-997D-65B8-CF2F-24C55D040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B95BB-1756-40DF-86CF-0D2A21F7DED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2496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969457C-BDC4-E1B9-6F10-545CB243C7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719FE05-A151-691E-6616-D4BA8768A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66D89E8-CC74-CCA8-95DA-8DE8B08AE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A633-FB2B-43C0-AE0D-E4499B04BECC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FC6ACA8-922A-DDA6-694E-15FE726D5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C336A09-5272-5945-AFE2-619F8EE67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B95BB-1756-40DF-86CF-0D2A21F7DED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940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FE4A6357-F493-C356-E472-012FC731B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FE2989F-D9AB-2D1D-CA43-D09C1B411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BD9B82C-7D59-CB27-CA3D-E939871B4B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6A633-FB2B-43C0-AE0D-E4499B04BECC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06ED5FD-C4E0-EE2C-B369-910402DE3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5778C61-88C7-B30A-4BBD-178822DCA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B95BB-1756-40DF-86CF-0D2A21F7DED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9821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"/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"/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"/><Relationship Id="rId2" Type="http://schemas.openxmlformats.org/officeDocument/2006/relationships/image" Target="../media/image13.t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"/><Relationship Id="rId2" Type="http://schemas.openxmlformats.org/officeDocument/2006/relationships/image" Target="../media/image15.t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1DAA685-0AB0-450C-D654-EC68513E51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dirty="0">
                <a:latin typeface="Berlin Sans FB" panose="020E0602020502020306" pitchFamily="34" charset="0"/>
              </a:rPr>
              <a:t>Derin Öğrenme ile Sıtma Hücresi ve 6 sınıflı </a:t>
            </a:r>
            <a:r>
              <a:rPr lang="tr-TR" dirty="0" err="1">
                <a:latin typeface="Berlin Sans FB" panose="020E0602020502020306" pitchFamily="34" charset="0"/>
              </a:rPr>
              <a:t>evreTeşhisi</a:t>
            </a:r>
            <a:r>
              <a:rPr lang="tr-TR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4864CA0-3653-83A6-B05E-07FECC832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8361" y="4274574"/>
            <a:ext cx="9144000" cy="2172929"/>
          </a:xfrm>
        </p:spPr>
        <p:txBody>
          <a:bodyPr/>
          <a:lstStyle/>
          <a:p>
            <a:r>
              <a:rPr lang="tr-TR" dirty="0"/>
              <a:t>YZM0206 Denetimli Öğrenme</a:t>
            </a:r>
          </a:p>
          <a:p>
            <a:r>
              <a:rPr lang="tr-TR" dirty="0"/>
              <a:t> </a:t>
            </a:r>
            <a:r>
              <a:rPr lang="tr-TR" dirty="0" err="1"/>
              <a:t>Malaria</a:t>
            </a:r>
            <a:r>
              <a:rPr lang="tr-TR" dirty="0"/>
              <a:t> Cell Image </a:t>
            </a:r>
            <a:r>
              <a:rPr lang="tr-TR" dirty="0" err="1"/>
              <a:t>Classification</a:t>
            </a:r>
            <a:endParaRPr lang="tr-TR" dirty="0"/>
          </a:p>
          <a:p>
            <a:r>
              <a:rPr lang="tr-TR" i="1" dirty="0"/>
              <a:t>Yusuf Kaplaner</a:t>
            </a:r>
          </a:p>
          <a:p>
            <a:endParaRPr lang="tr-TR" dirty="0"/>
          </a:p>
          <a:p>
            <a:endParaRPr lang="tr-TR" i="1" dirty="0"/>
          </a:p>
        </p:txBody>
      </p:sp>
    </p:spTree>
    <p:extLst>
      <p:ext uri="{BB962C8B-B14F-4D97-AF65-F5344CB8AC3E}">
        <p14:creationId xmlns:p14="http://schemas.microsoft.com/office/powerpoint/2010/main" val="4283588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29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31">
            <a:extLst>
              <a:ext uri="{FF2B5EF4-FFF2-40B4-BE49-F238E27FC236}">
                <a16:creationId xmlns:a16="http://schemas.microsoft.com/office/drawing/2014/main" id="{35D813D1-BA6B-40B4-A101-04BB89445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Picture 33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46" name="Rectangle 35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37">
            <a:extLst>
              <a:ext uri="{FF2B5EF4-FFF2-40B4-BE49-F238E27FC236}">
                <a16:creationId xmlns:a16="http://schemas.microsoft.com/office/drawing/2014/main" id="{AEA3DFA5-2D7B-4989-8ED7-8321EC114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678" y="0"/>
            <a:ext cx="11145980" cy="6870723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2F984BE-1565-8E95-002D-AAF54B7D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6" y="900622"/>
            <a:ext cx="3629555" cy="18935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 b="1"/>
              <a:t>Veri Seti: </a:t>
            </a:r>
            <a:r>
              <a:rPr lang="tr-TR" sz="2600" b="1"/>
              <a:t>Multi-stage malaria parasite recognition by deep learning dataset</a:t>
            </a:r>
            <a:br>
              <a:rPr lang="en-US" sz="2600" b="1"/>
            </a:br>
            <a:endParaRPr lang="en-US" sz="260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89EC6543-378E-38CB-5A42-8F78851DEB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" b="2009"/>
          <a:stretch>
            <a:fillRect/>
          </a:stretch>
        </p:blipFill>
        <p:spPr>
          <a:xfrm>
            <a:off x="5186550" y="159350"/>
            <a:ext cx="3066182" cy="3179620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D844714C-F46B-8D7B-E558-9BC3B27873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467" r="17593" b="-1"/>
          <a:stretch>
            <a:fillRect/>
          </a:stretch>
        </p:blipFill>
        <p:spPr>
          <a:xfrm>
            <a:off x="8440808" y="171716"/>
            <a:ext cx="3066182" cy="3179620"/>
          </a:xfrm>
          <a:prstGeom prst="rect">
            <a:avLst/>
          </a:prstGeom>
        </p:spPr>
      </p:pic>
      <p:pic>
        <p:nvPicPr>
          <p:cNvPr id="11" name="İçerik Yer Tutucusu 10">
            <a:extLst>
              <a:ext uri="{FF2B5EF4-FFF2-40B4-BE49-F238E27FC236}">
                <a16:creationId xmlns:a16="http://schemas.microsoft.com/office/drawing/2014/main" id="{52335F30-B0FF-FCB1-7150-A16617FDE9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1" b="382"/>
          <a:stretch>
            <a:fillRect/>
          </a:stretch>
        </p:blipFill>
        <p:spPr>
          <a:xfrm>
            <a:off x="5189717" y="3498320"/>
            <a:ext cx="6320441" cy="3179620"/>
          </a:xfrm>
          <a:prstGeom prst="rect">
            <a:avLst/>
          </a:prstGeom>
        </p:spPr>
      </p:pic>
      <p:pic>
        <p:nvPicPr>
          <p:cNvPr id="23" name="İçerik Yer Tutucusu 22">
            <a:extLst>
              <a:ext uri="{FF2B5EF4-FFF2-40B4-BE49-F238E27FC236}">
                <a16:creationId xmlns:a16="http://schemas.microsoft.com/office/drawing/2014/main" id="{12567554-D2A6-8106-A0C3-67E827EBE5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44" y="2459705"/>
            <a:ext cx="1147257" cy="87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59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CB962CF-61A3-4EF9-94F6-7C59B0329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D6CA642-FE8D-B0B6-1786-4E065B1C1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337"/>
            <a:ext cx="6797405" cy="16514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z="4000" dirty="0">
                <a:latin typeface="Berlin Sans FB Demi" panose="020E0802020502020306" pitchFamily="34" charset="0"/>
              </a:rPr>
              <a:t>RBC(</a:t>
            </a:r>
            <a:r>
              <a:rPr lang="tr-TR" sz="4000" dirty="0" err="1">
                <a:latin typeface="Berlin Sans FB Demi" panose="020E0802020502020306" pitchFamily="34" charset="0"/>
              </a:rPr>
              <a:t>Red</a:t>
            </a:r>
            <a:r>
              <a:rPr lang="tr-TR" sz="4000" dirty="0">
                <a:latin typeface="Berlin Sans FB Demi" panose="020E0802020502020306" pitchFamily="34" charset="0"/>
              </a:rPr>
              <a:t> Blood Cell)</a:t>
            </a:r>
            <a:endParaRPr lang="en-US" sz="4000" dirty="0">
              <a:latin typeface="Berlin Sans FB Demi" panose="020E0802020502020306" pitchFamily="34" charset="0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33035561-8A8F-24C9-8AB1-18DCE18DCB65}"/>
              </a:ext>
            </a:extLst>
          </p:cNvPr>
          <p:cNvSpPr txBox="1"/>
          <p:nvPr/>
        </p:nvSpPr>
        <p:spPr>
          <a:xfrm>
            <a:off x="838200" y="2401330"/>
            <a:ext cx="6797405" cy="371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Sınıflar</a:t>
            </a:r>
            <a:r>
              <a:rPr lang="en-US" sz="2000" b="1" dirty="0"/>
              <a:t> (6 </a:t>
            </a:r>
            <a:r>
              <a:rPr lang="en-US" sz="2000" b="1" dirty="0" err="1"/>
              <a:t>adet</a:t>
            </a:r>
            <a:r>
              <a:rPr lang="en-US" sz="2000" b="1" dirty="0"/>
              <a:t>):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RBC (</a:t>
            </a:r>
            <a:r>
              <a:rPr lang="en-US" sz="2000" dirty="0" err="1">
                <a:solidFill>
                  <a:srgbClr val="FF0000"/>
                </a:solidFill>
              </a:rPr>
              <a:t>sağlıklı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kırmızı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kan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hücresi</a:t>
            </a:r>
            <a:r>
              <a:rPr lang="en-US" sz="2000" dirty="0">
                <a:solidFill>
                  <a:srgbClr val="FF0000"/>
                </a:solidFill>
              </a:rPr>
              <a:t>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Leukocyte (</a:t>
            </a:r>
            <a:r>
              <a:rPr lang="en-US" sz="2000" dirty="0" err="1"/>
              <a:t>akyuvar</a:t>
            </a:r>
            <a:r>
              <a:rPr lang="en-US" sz="2000" dirty="0"/>
              <a:t>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Ring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Trophozoite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Schizont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Gametocyte</a:t>
            </a:r>
          </a:p>
        </p:txBody>
      </p:sp>
      <p:pic>
        <p:nvPicPr>
          <p:cNvPr id="30" name="Resim 29">
            <a:extLst>
              <a:ext uri="{FF2B5EF4-FFF2-40B4-BE49-F238E27FC236}">
                <a16:creationId xmlns:a16="http://schemas.microsoft.com/office/drawing/2014/main" id="{76DD5251-7CD7-8E59-57B8-5026C1182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002" y="168168"/>
            <a:ext cx="2494730" cy="3168155"/>
          </a:xfrm>
          <a:prstGeom prst="rect">
            <a:avLst/>
          </a:prstGeom>
        </p:spPr>
      </p:pic>
      <p:pic>
        <p:nvPicPr>
          <p:cNvPr id="26" name="İçerik Yer Tutucusu 25">
            <a:extLst>
              <a:ext uri="{FF2B5EF4-FFF2-40B4-BE49-F238E27FC236}">
                <a16:creationId xmlns:a16="http://schemas.microsoft.com/office/drawing/2014/main" id="{1CC45518-D0A2-48FB-73DF-E03F5A7D9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473805" y="3559903"/>
            <a:ext cx="3105503" cy="2758519"/>
          </a:xfrm>
          <a:prstGeom prst="rect">
            <a:avLst/>
          </a:prstGeom>
        </p:spPr>
      </p:pic>
      <p:pic>
        <p:nvPicPr>
          <p:cNvPr id="4" name="İçerik Yer Tutucusu 22">
            <a:extLst>
              <a:ext uri="{FF2B5EF4-FFF2-40B4-BE49-F238E27FC236}">
                <a16:creationId xmlns:a16="http://schemas.microsoft.com/office/drawing/2014/main" id="{A31997EE-9198-631A-590F-42F5F9F6E5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983"/>
            <a:ext cx="1147257" cy="87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37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333B5A-86C7-5C9C-3FE1-3003FB857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 useBgFill="1">
        <p:nvSpPr>
          <p:cNvPr id="4" name="Rectangle 35">
            <a:extLst>
              <a:ext uri="{FF2B5EF4-FFF2-40B4-BE49-F238E27FC236}">
                <a16:creationId xmlns:a16="http://schemas.microsoft.com/office/drawing/2014/main" id="{8360E474-1B2B-7523-1B94-B47660851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E388F5EB-65CA-8D1C-EF5E-86617BCD786E}"/>
              </a:ext>
            </a:extLst>
          </p:cNvPr>
          <p:cNvSpPr txBox="1"/>
          <p:nvPr/>
        </p:nvSpPr>
        <p:spPr>
          <a:xfrm>
            <a:off x="838200" y="2401330"/>
            <a:ext cx="6797405" cy="371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Sınıflar</a:t>
            </a:r>
            <a:r>
              <a:rPr lang="en-US" sz="2000" b="1" dirty="0"/>
              <a:t> (6 </a:t>
            </a:r>
            <a:r>
              <a:rPr lang="en-US" sz="2000" b="1" dirty="0" err="1"/>
              <a:t>adet</a:t>
            </a:r>
            <a:r>
              <a:rPr lang="en-US" sz="2000" b="1" dirty="0"/>
              <a:t>):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RBC (</a:t>
            </a:r>
            <a:r>
              <a:rPr lang="en-US" sz="2000" dirty="0" err="1"/>
              <a:t>sağlıklı</a:t>
            </a:r>
            <a:r>
              <a:rPr lang="en-US" sz="2000" dirty="0"/>
              <a:t> </a:t>
            </a:r>
            <a:r>
              <a:rPr lang="en-US" sz="2000" dirty="0" err="1"/>
              <a:t>kırmızı</a:t>
            </a:r>
            <a:r>
              <a:rPr lang="en-US" sz="2000" dirty="0"/>
              <a:t> </a:t>
            </a:r>
            <a:r>
              <a:rPr lang="en-US" sz="2000" dirty="0" err="1"/>
              <a:t>kan</a:t>
            </a:r>
            <a:r>
              <a:rPr lang="en-US" sz="2000" dirty="0"/>
              <a:t> </a:t>
            </a:r>
            <a:r>
              <a:rPr lang="en-US" sz="2000" dirty="0" err="1"/>
              <a:t>hücresi</a:t>
            </a:r>
            <a:r>
              <a:rPr lang="en-US" sz="2000" dirty="0"/>
              <a:t>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Leukocyte (</a:t>
            </a:r>
            <a:r>
              <a:rPr lang="en-US" sz="2000" dirty="0" err="1">
                <a:solidFill>
                  <a:srgbClr val="FF0000"/>
                </a:solidFill>
              </a:rPr>
              <a:t>akyuvar</a:t>
            </a:r>
            <a:r>
              <a:rPr lang="en-US" sz="2000" dirty="0">
                <a:solidFill>
                  <a:srgbClr val="FF0000"/>
                </a:solidFill>
              </a:rPr>
              <a:t>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Ring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Trophozoite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Schizont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Gametocyte</a:t>
            </a:r>
          </a:p>
        </p:txBody>
      </p:sp>
      <p:pic>
        <p:nvPicPr>
          <p:cNvPr id="8" name="İçerik Yer Tutucusu 22">
            <a:extLst>
              <a:ext uri="{FF2B5EF4-FFF2-40B4-BE49-F238E27FC236}">
                <a16:creationId xmlns:a16="http://schemas.microsoft.com/office/drawing/2014/main" id="{08019255-8A5B-AE01-58DC-F7DC60D5A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983"/>
            <a:ext cx="1147257" cy="879265"/>
          </a:xfrm>
          <a:prstGeom prst="rect">
            <a:avLst/>
          </a:prstGeom>
        </p:spPr>
      </p:pic>
      <p:pic>
        <p:nvPicPr>
          <p:cNvPr id="9" name="İçerik Yer Tutucusu 16">
            <a:extLst>
              <a:ext uri="{FF2B5EF4-FFF2-40B4-BE49-F238E27FC236}">
                <a16:creationId xmlns:a16="http://schemas.microsoft.com/office/drawing/2014/main" id="{5C85181F-E28B-A561-5659-D0A2A45B6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576" y="1699187"/>
            <a:ext cx="3759459" cy="3459625"/>
          </a:xfrm>
          <a:prstGeom prst="rect">
            <a:avLst/>
          </a:prstGeom>
        </p:spPr>
      </p:pic>
      <p:sp>
        <p:nvSpPr>
          <p:cNvPr id="15" name="Metin kutusu 14">
            <a:extLst>
              <a:ext uri="{FF2B5EF4-FFF2-40B4-BE49-F238E27FC236}">
                <a16:creationId xmlns:a16="http://schemas.microsoft.com/office/drawing/2014/main" id="{CE1CC713-52F0-E37F-C2A3-F665F7C01B44}"/>
              </a:ext>
            </a:extLst>
          </p:cNvPr>
          <p:cNvSpPr txBox="1"/>
          <p:nvPr/>
        </p:nvSpPr>
        <p:spPr>
          <a:xfrm>
            <a:off x="828367" y="1071126"/>
            <a:ext cx="6096000" cy="64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tr-TR" sz="4000" dirty="0">
                <a:latin typeface="Berlin Sans FB Demi" panose="020E0802020502020306" pitchFamily="34" charset="0"/>
              </a:rPr>
              <a:t> </a:t>
            </a:r>
            <a:r>
              <a:rPr lang="en-US" sz="4000" dirty="0">
                <a:latin typeface="Berlin Sans FB Demi" panose="020E0802020502020306" pitchFamily="34" charset="0"/>
              </a:rPr>
              <a:t>Leukocyte (</a:t>
            </a:r>
            <a:r>
              <a:rPr lang="en-US" sz="4000" dirty="0" err="1">
                <a:latin typeface="Berlin Sans FB Demi" panose="020E0802020502020306" pitchFamily="34" charset="0"/>
              </a:rPr>
              <a:t>akyuvar</a:t>
            </a:r>
            <a:r>
              <a:rPr lang="en-US" sz="4000" dirty="0">
                <a:latin typeface="Berlin Sans FB Demi" panose="020E0802020502020306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354382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6">
            <a:extLst>
              <a:ext uri="{FF2B5EF4-FFF2-40B4-BE49-F238E27FC236}">
                <a16:creationId xmlns:a16="http://schemas.microsoft.com/office/drawing/2014/main" id="{8329E8A2-157C-4049-BCB2-7EF4A2F6F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220E131-AA73-02E5-45F6-607290C2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983"/>
            <a:ext cx="6804610" cy="165867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 sz="4000" dirty="0">
                <a:latin typeface="Berlin Sans FB Demi" panose="020E0802020502020306" pitchFamily="34" charset="0"/>
              </a:rPr>
              <a:t>Ring (Yüzük Evresi)</a:t>
            </a:r>
            <a:endParaRPr lang="en-US" sz="4000" kern="1200" dirty="0">
              <a:solidFill>
                <a:schemeClr val="tx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526E4BCA-5145-140B-2781-CCBBC521B2CE}"/>
              </a:ext>
            </a:extLst>
          </p:cNvPr>
          <p:cNvSpPr txBox="1"/>
          <p:nvPr/>
        </p:nvSpPr>
        <p:spPr>
          <a:xfrm>
            <a:off x="838200" y="2415500"/>
            <a:ext cx="6804610" cy="3698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Sınıflar</a:t>
            </a:r>
            <a:r>
              <a:rPr lang="en-US" sz="2000" b="1" dirty="0"/>
              <a:t> (6 </a:t>
            </a:r>
            <a:r>
              <a:rPr lang="en-US" sz="2000" b="1" dirty="0" err="1"/>
              <a:t>adet</a:t>
            </a:r>
            <a:r>
              <a:rPr lang="en-US" sz="2000" b="1" dirty="0"/>
              <a:t>):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RBC (</a:t>
            </a:r>
            <a:r>
              <a:rPr lang="en-US" sz="2000" dirty="0" err="1"/>
              <a:t>sağlıklı</a:t>
            </a:r>
            <a:r>
              <a:rPr lang="en-US" sz="2000" dirty="0"/>
              <a:t> </a:t>
            </a:r>
            <a:r>
              <a:rPr lang="en-US" sz="2000" dirty="0" err="1"/>
              <a:t>kırmızı</a:t>
            </a:r>
            <a:r>
              <a:rPr lang="en-US" sz="2000" dirty="0"/>
              <a:t> </a:t>
            </a:r>
            <a:r>
              <a:rPr lang="en-US" sz="2000" dirty="0" err="1"/>
              <a:t>kan</a:t>
            </a:r>
            <a:r>
              <a:rPr lang="en-US" sz="2000" dirty="0"/>
              <a:t> </a:t>
            </a:r>
            <a:r>
              <a:rPr lang="en-US" sz="2000" dirty="0" err="1"/>
              <a:t>hücresi</a:t>
            </a:r>
            <a:r>
              <a:rPr lang="en-US" sz="2000" dirty="0"/>
              <a:t>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Leukocyte (</a:t>
            </a:r>
            <a:r>
              <a:rPr lang="en-US" sz="2000" dirty="0" err="1"/>
              <a:t>akyuvar</a:t>
            </a:r>
            <a:r>
              <a:rPr lang="en-US" sz="2000" dirty="0"/>
              <a:t>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Ring</a:t>
            </a:r>
            <a:r>
              <a:rPr lang="en-US" sz="2000" dirty="0"/>
              <a:t>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Trophozoite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Schizont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Gametocyte</a:t>
            </a:r>
          </a:p>
        </p:txBody>
      </p:sp>
      <p:pic>
        <p:nvPicPr>
          <p:cNvPr id="10" name="İçerik Yer Tutucusu 9">
            <a:extLst>
              <a:ext uri="{FF2B5EF4-FFF2-40B4-BE49-F238E27FC236}">
                <a16:creationId xmlns:a16="http://schemas.microsoft.com/office/drawing/2014/main" id="{36239243-233E-0F1C-D64D-012E23192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" r="5428" b="1"/>
          <a:stretch>
            <a:fillRect/>
          </a:stretch>
        </p:blipFill>
        <p:spPr>
          <a:xfrm>
            <a:off x="7992343" y="722571"/>
            <a:ext cx="3194003" cy="3177757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20EFE563-A2E9-DF5A-B844-1F11D7ACF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6" r="1" b="16984"/>
          <a:stretch>
            <a:fillRect/>
          </a:stretch>
        </p:blipFill>
        <p:spPr>
          <a:xfrm>
            <a:off x="7992343" y="4065708"/>
            <a:ext cx="3194003" cy="2048014"/>
          </a:xfrm>
          <a:prstGeom prst="rect">
            <a:avLst/>
          </a:prstGeom>
        </p:spPr>
      </p:pic>
      <p:pic>
        <p:nvPicPr>
          <p:cNvPr id="8" name="İçerik Yer Tutucusu 22">
            <a:extLst>
              <a:ext uri="{FF2B5EF4-FFF2-40B4-BE49-F238E27FC236}">
                <a16:creationId xmlns:a16="http://schemas.microsoft.com/office/drawing/2014/main" id="{20FF645F-333A-2596-E45E-4932D6E89F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983"/>
            <a:ext cx="1147257" cy="87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2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C5F44963-F78F-4F17-86B4-4EAA3536B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Başlık 1">
            <a:extLst>
              <a:ext uri="{FF2B5EF4-FFF2-40B4-BE49-F238E27FC236}">
                <a16:creationId xmlns:a16="http://schemas.microsoft.com/office/drawing/2014/main" id="{3B4E8C50-05F8-419A-2716-6B6701A6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5" y="609598"/>
            <a:ext cx="6587518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dirty="0">
                <a:solidFill>
                  <a:schemeClr val="tx1">
                    <a:lumMod val="85000"/>
                    <a:lumOff val="15000"/>
                  </a:schemeClr>
                </a:solidFill>
                <a:latin typeface="Berlin Sans FB Demi" panose="020E0802020502020306" pitchFamily="34" charset="0"/>
              </a:rPr>
              <a:t>TROPHOZOİTE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7004663E-D98E-02A5-E254-3FEDBA23F1D2}"/>
              </a:ext>
            </a:extLst>
          </p:cNvPr>
          <p:cNvSpPr txBox="1"/>
          <p:nvPr/>
        </p:nvSpPr>
        <p:spPr>
          <a:xfrm>
            <a:off x="1137035" y="2194101"/>
            <a:ext cx="6587518" cy="3908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Sınıflar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(6 </a:t>
            </a:r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adet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RBC (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sağlıklı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kırmızı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kan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hücresi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Leukocyte (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akyuvar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Ring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Trophozoite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Schizont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Gametocyte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2BCA4C2-A213-404E-B14B-DA9A32CE5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04518" y="0"/>
            <a:ext cx="3687482" cy="6858000"/>
          </a:xfrm>
          <a:custGeom>
            <a:avLst/>
            <a:gdLst>
              <a:gd name="connsiteX0" fmla="*/ 1814929 w 4376835"/>
              <a:gd name="connsiteY0" fmla="*/ 0 h 6858000"/>
              <a:gd name="connsiteX1" fmla="*/ 4376835 w 4376835"/>
              <a:gd name="connsiteY1" fmla="*/ 0 h 6858000"/>
              <a:gd name="connsiteX2" fmla="*/ 4376835 w 4376835"/>
              <a:gd name="connsiteY2" fmla="*/ 6858000 h 6858000"/>
              <a:gd name="connsiteX3" fmla="*/ 0 w 4376835"/>
              <a:gd name="connsiteY3" fmla="*/ 6858000 h 6858000"/>
              <a:gd name="connsiteX4" fmla="*/ 2310 w 4376835"/>
              <a:gd name="connsiteY4" fmla="*/ 6853652 h 6858000"/>
              <a:gd name="connsiteX5" fmla="*/ 91006 w 4376835"/>
              <a:gd name="connsiteY5" fmla="*/ 6620968 h 6858000"/>
              <a:gd name="connsiteX6" fmla="*/ 81892 w 4376835"/>
              <a:gd name="connsiteY6" fmla="*/ 6435659 h 6858000"/>
              <a:gd name="connsiteX7" fmla="*/ 80998 w 4376835"/>
              <a:gd name="connsiteY7" fmla="*/ 6414855 h 6858000"/>
              <a:gd name="connsiteX8" fmla="*/ 75836 w 4376835"/>
              <a:gd name="connsiteY8" fmla="*/ 6409671 h 6858000"/>
              <a:gd name="connsiteX9" fmla="*/ 77989 w 4376835"/>
              <a:gd name="connsiteY9" fmla="*/ 6396556 h 6858000"/>
              <a:gd name="connsiteX10" fmla="*/ 77374 w 4376835"/>
              <a:gd name="connsiteY10" fmla="*/ 6392981 h 6858000"/>
              <a:gd name="connsiteX11" fmla="*/ 75036 w 4376835"/>
              <a:gd name="connsiteY11" fmla="*/ 6372572 h 6858000"/>
              <a:gd name="connsiteX12" fmla="*/ 99554 w 4376835"/>
              <a:gd name="connsiteY12" fmla="*/ 6331118 h 6858000"/>
              <a:gd name="connsiteX13" fmla="*/ 105442 w 4376835"/>
              <a:gd name="connsiteY13" fmla="*/ 6278374 h 6858000"/>
              <a:gd name="connsiteX14" fmla="*/ 172914 w 4376835"/>
              <a:gd name="connsiteY14" fmla="*/ 6144628 h 6858000"/>
              <a:gd name="connsiteX15" fmla="*/ 264181 w 4376835"/>
              <a:gd name="connsiteY15" fmla="*/ 5952072 h 6858000"/>
              <a:gd name="connsiteX16" fmla="*/ 423554 w 4376835"/>
              <a:gd name="connsiteY16" fmla="*/ 5679532 h 6858000"/>
              <a:gd name="connsiteX17" fmla="*/ 434055 w 4376835"/>
              <a:gd name="connsiteY17" fmla="*/ 5473593 h 6858000"/>
              <a:gd name="connsiteX18" fmla="*/ 403759 w 4376835"/>
              <a:gd name="connsiteY18" fmla="*/ 5215514 h 6858000"/>
              <a:gd name="connsiteX19" fmla="*/ 367284 w 4376835"/>
              <a:gd name="connsiteY19" fmla="*/ 5066430 h 6858000"/>
              <a:gd name="connsiteX20" fmla="*/ 317365 w 4376835"/>
              <a:gd name="connsiteY20" fmla="*/ 5016642 h 6858000"/>
              <a:gd name="connsiteX21" fmla="*/ 317834 w 4376835"/>
              <a:gd name="connsiteY21" fmla="*/ 5008528 h 6858000"/>
              <a:gd name="connsiteX22" fmla="*/ 317591 w 4376835"/>
              <a:gd name="connsiteY22" fmla="*/ 5008366 h 6858000"/>
              <a:gd name="connsiteX23" fmla="*/ 318532 w 4376835"/>
              <a:gd name="connsiteY23" fmla="*/ 5000689 h 6858000"/>
              <a:gd name="connsiteX24" fmla="*/ 326373 w 4376835"/>
              <a:gd name="connsiteY24" fmla="*/ 4962649 h 6858000"/>
              <a:gd name="connsiteX25" fmla="*/ 304517 w 4376835"/>
              <a:gd name="connsiteY25" fmla="*/ 4845612 h 6858000"/>
              <a:gd name="connsiteX26" fmla="*/ 312138 w 4376835"/>
              <a:gd name="connsiteY26" fmla="*/ 4821435 h 6858000"/>
              <a:gd name="connsiteX27" fmla="*/ 314669 w 4376835"/>
              <a:gd name="connsiteY27" fmla="*/ 4809154 h 6858000"/>
              <a:gd name="connsiteX28" fmla="*/ 318283 w 4376835"/>
              <a:gd name="connsiteY28" fmla="*/ 4805250 h 6858000"/>
              <a:gd name="connsiteX29" fmla="*/ 320547 w 4376835"/>
              <a:gd name="connsiteY29" fmla="*/ 4787345 h 6858000"/>
              <a:gd name="connsiteX30" fmla="*/ 319715 w 4376835"/>
              <a:gd name="connsiteY30" fmla="*/ 4785453 h 6858000"/>
              <a:gd name="connsiteX31" fmla="*/ 325649 w 4376835"/>
              <a:gd name="connsiteY31" fmla="*/ 4770073 h 6858000"/>
              <a:gd name="connsiteX32" fmla="*/ 335542 w 4376835"/>
              <a:gd name="connsiteY32" fmla="*/ 4756450 h 6858000"/>
              <a:gd name="connsiteX33" fmla="*/ 339391 w 4376835"/>
              <a:gd name="connsiteY33" fmla="*/ 4606479 h 6858000"/>
              <a:gd name="connsiteX34" fmla="*/ 385485 w 4376835"/>
              <a:gd name="connsiteY34" fmla="*/ 4470620 h 6858000"/>
              <a:gd name="connsiteX35" fmla="*/ 386474 w 4376835"/>
              <a:gd name="connsiteY35" fmla="*/ 4389388 h 6858000"/>
              <a:gd name="connsiteX36" fmla="*/ 365661 w 4376835"/>
              <a:gd name="connsiteY36" fmla="*/ 4365498 h 6858000"/>
              <a:gd name="connsiteX37" fmla="*/ 389339 w 4376835"/>
              <a:gd name="connsiteY37" fmla="*/ 4160513 h 6858000"/>
              <a:gd name="connsiteX38" fmla="*/ 385403 w 4376835"/>
              <a:gd name="connsiteY38" fmla="*/ 4109650 h 6858000"/>
              <a:gd name="connsiteX39" fmla="*/ 402327 w 4376835"/>
              <a:gd name="connsiteY39" fmla="*/ 4061824 h 6858000"/>
              <a:gd name="connsiteX40" fmla="*/ 396156 w 4376835"/>
              <a:gd name="connsiteY40" fmla="*/ 4043965 h 6858000"/>
              <a:gd name="connsiteX41" fmla="*/ 394868 w 4376835"/>
              <a:gd name="connsiteY41" fmla="*/ 4040920 h 6858000"/>
              <a:gd name="connsiteX42" fmla="*/ 394584 w 4376835"/>
              <a:gd name="connsiteY42" fmla="*/ 4028000 h 6858000"/>
              <a:gd name="connsiteX43" fmla="*/ 388418 w 4376835"/>
              <a:gd name="connsiteY43" fmla="*/ 4025270 h 6858000"/>
              <a:gd name="connsiteX44" fmla="*/ 383628 w 4376835"/>
              <a:gd name="connsiteY44" fmla="*/ 4006478 h 6858000"/>
              <a:gd name="connsiteX45" fmla="*/ 384802 w 4376835"/>
              <a:gd name="connsiteY45" fmla="*/ 3982442 h 6858000"/>
              <a:gd name="connsiteX46" fmla="*/ 397167 w 4376835"/>
              <a:gd name="connsiteY46" fmla="*/ 3867331 h 6858000"/>
              <a:gd name="connsiteX47" fmla="*/ 400691 w 4376835"/>
              <a:gd name="connsiteY47" fmla="*/ 3798966 h 6858000"/>
              <a:gd name="connsiteX48" fmla="*/ 395946 w 4376835"/>
              <a:gd name="connsiteY48" fmla="*/ 3773791 h 6858000"/>
              <a:gd name="connsiteX49" fmla="*/ 393410 w 4376835"/>
              <a:gd name="connsiteY49" fmla="*/ 3738098 h 6858000"/>
              <a:gd name="connsiteX50" fmla="*/ 384223 w 4376835"/>
              <a:gd name="connsiteY50" fmla="*/ 3675719 h 6858000"/>
              <a:gd name="connsiteX51" fmla="*/ 386290 w 4376835"/>
              <a:gd name="connsiteY51" fmla="*/ 3642763 h 6858000"/>
              <a:gd name="connsiteX52" fmla="*/ 382514 w 4376835"/>
              <a:gd name="connsiteY52" fmla="*/ 3624093 h 6858000"/>
              <a:gd name="connsiteX53" fmla="*/ 383976 w 4376835"/>
              <a:gd name="connsiteY53" fmla="*/ 3616602 h 6858000"/>
              <a:gd name="connsiteX54" fmla="*/ 385517 w 4376835"/>
              <a:gd name="connsiteY54" fmla="*/ 3591527 h 6858000"/>
              <a:gd name="connsiteX55" fmla="*/ 387146 w 4376835"/>
              <a:gd name="connsiteY55" fmla="*/ 3577241 h 6858000"/>
              <a:gd name="connsiteX56" fmla="*/ 388068 w 4376835"/>
              <a:gd name="connsiteY56" fmla="*/ 3571585 h 6858000"/>
              <a:gd name="connsiteX57" fmla="*/ 395496 w 4376835"/>
              <a:gd name="connsiteY57" fmla="*/ 3559720 h 6858000"/>
              <a:gd name="connsiteX58" fmla="*/ 394985 w 4376835"/>
              <a:gd name="connsiteY58" fmla="*/ 3543047 h 6858000"/>
              <a:gd name="connsiteX59" fmla="*/ 403028 w 4376835"/>
              <a:gd name="connsiteY59" fmla="*/ 3525651 h 6858000"/>
              <a:gd name="connsiteX60" fmla="*/ 398728 w 4376835"/>
              <a:gd name="connsiteY60" fmla="*/ 3520715 h 6858000"/>
              <a:gd name="connsiteX61" fmla="*/ 395530 w 4376835"/>
              <a:gd name="connsiteY61" fmla="*/ 3505412 h 6858000"/>
              <a:gd name="connsiteX62" fmla="*/ 402719 w 4376835"/>
              <a:gd name="connsiteY62" fmla="*/ 3493445 h 6858000"/>
              <a:gd name="connsiteX63" fmla="*/ 409328 w 4376835"/>
              <a:gd name="connsiteY63" fmla="*/ 3467406 h 6858000"/>
              <a:gd name="connsiteX64" fmla="*/ 409292 w 4376835"/>
              <a:gd name="connsiteY64" fmla="*/ 3460033 h 6858000"/>
              <a:gd name="connsiteX65" fmla="*/ 419755 w 4376835"/>
              <a:gd name="connsiteY65" fmla="*/ 3435495 h 6858000"/>
              <a:gd name="connsiteX66" fmla="*/ 430771 w 4376835"/>
              <a:gd name="connsiteY66" fmla="*/ 3395884 h 6858000"/>
              <a:gd name="connsiteX67" fmla="*/ 439140 w 4376835"/>
              <a:gd name="connsiteY67" fmla="*/ 3350083 h 6858000"/>
              <a:gd name="connsiteX68" fmla="*/ 446544 w 4376835"/>
              <a:gd name="connsiteY68" fmla="*/ 3337690 h 6858000"/>
              <a:gd name="connsiteX69" fmla="*/ 470731 w 4376835"/>
              <a:gd name="connsiteY69" fmla="*/ 3254519 h 6858000"/>
              <a:gd name="connsiteX70" fmla="*/ 477713 w 4376835"/>
              <a:gd name="connsiteY70" fmla="*/ 3231166 h 6858000"/>
              <a:gd name="connsiteX71" fmla="*/ 478087 w 4376835"/>
              <a:gd name="connsiteY71" fmla="*/ 3210262 h 6858000"/>
              <a:gd name="connsiteX72" fmla="*/ 473269 w 4376835"/>
              <a:gd name="connsiteY72" fmla="*/ 3204689 h 6858000"/>
              <a:gd name="connsiteX73" fmla="*/ 476207 w 4376835"/>
              <a:gd name="connsiteY73" fmla="*/ 3191713 h 6858000"/>
              <a:gd name="connsiteX74" fmla="*/ 475813 w 4376835"/>
              <a:gd name="connsiteY74" fmla="*/ 3188085 h 6858000"/>
              <a:gd name="connsiteX75" fmla="*/ 474728 w 4376835"/>
              <a:gd name="connsiteY75" fmla="*/ 3167471 h 6858000"/>
              <a:gd name="connsiteX76" fmla="*/ 501612 w 4376835"/>
              <a:gd name="connsiteY76" fmla="*/ 3127774 h 6858000"/>
              <a:gd name="connsiteX77" fmla="*/ 510667 w 4376835"/>
              <a:gd name="connsiteY77" fmla="*/ 3075380 h 6858000"/>
              <a:gd name="connsiteX78" fmla="*/ 582379 w 4376835"/>
              <a:gd name="connsiteY78" fmla="*/ 2882573 h 6858000"/>
              <a:gd name="connsiteX79" fmla="*/ 569744 w 4376835"/>
              <a:gd name="connsiteY79" fmla="*/ 2849169 h 6858000"/>
              <a:gd name="connsiteX80" fmla="*/ 590685 w 4376835"/>
              <a:gd name="connsiteY80" fmla="*/ 2768869 h 6858000"/>
              <a:gd name="connsiteX81" fmla="*/ 665292 w 4376835"/>
              <a:gd name="connsiteY81" fmla="*/ 2655182 h 6858000"/>
              <a:gd name="connsiteX82" fmla="*/ 705757 w 4376835"/>
              <a:gd name="connsiteY82" fmla="*/ 2507872 h 6858000"/>
              <a:gd name="connsiteX83" fmla="*/ 717932 w 4376835"/>
              <a:gd name="connsiteY83" fmla="*/ 2498916 h 6858000"/>
              <a:gd name="connsiteX84" fmla="*/ 727017 w 4376835"/>
              <a:gd name="connsiteY84" fmla="*/ 2486382 h 6858000"/>
              <a:gd name="connsiteX85" fmla="*/ 726741 w 4376835"/>
              <a:gd name="connsiteY85" fmla="*/ 2484113 h 6858000"/>
              <a:gd name="connsiteX86" fmla="*/ 733179 w 4376835"/>
              <a:gd name="connsiteY86" fmla="*/ 2467361 h 6858000"/>
              <a:gd name="connsiteX87" fmla="*/ 737364 w 4376835"/>
              <a:gd name="connsiteY87" fmla="*/ 2465156 h 6858000"/>
              <a:gd name="connsiteX88" fmla="*/ 742650 w 4376835"/>
              <a:gd name="connsiteY88" fmla="*/ 2454122 h 6858000"/>
              <a:gd name="connsiteX89" fmla="*/ 755408 w 4376835"/>
              <a:gd name="connsiteY89" fmla="*/ 2433619 h 6858000"/>
              <a:gd name="connsiteX90" fmla="*/ 755598 w 4376835"/>
              <a:gd name="connsiteY90" fmla="*/ 2428626 h 6858000"/>
              <a:gd name="connsiteX91" fmla="*/ 771418 w 4376835"/>
              <a:gd name="connsiteY91" fmla="*/ 2395899 h 6858000"/>
              <a:gd name="connsiteX92" fmla="*/ 770593 w 4376835"/>
              <a:gd name="connsiteY92" fmla="*/ 2394897 h 6858000"/>
              <a:gd name="connsiteX93" fmla="*/ 770497 w 4376835"/>
              <a:gd name="connsiteY93" fmla="*/ 2383267 h 6858000"/>
              <a:gd name="connsiteX94" fmla="*/ 772693 w 4376835"/>
              <a:gd name="connsiteY94" fmla="*/ 2362296 h 6858000"/>
              <a:gd name="connsiteX95" fmla="*/ 764846 w 4376835"/>
              <a:gd name="connsiteY95" fmla="*/ 2307129 h 6858000"/>
              <a:gd name="connsiteX96" fmla="*/ 781226 w 4376835"/>
              <a:gd name="connsiteY96" fmla="*/ 2272947 h 6858000"/>
              <a:gd name="connsiteX97" fmla="*/ 783960 w 4376835"/>
              <a:gd name="connsiteY97" fmla="*/ 2265753 h 6858000"/>
              <a:gd name="connsiteX98" fmla="*/ 783783 w 4376835"/>
              <a:gd name="connsiteY98" fmla="*/ 2265478 h 6858000"/>
              <a:gd name="connsiteX99" fmla="*/ 786206 w 4376835"/>
              <a:gd name="connsiteY99" fmla="*/ 2257630 h 6858000"/>
              <a:gd name="connsiteX100" fmla="*/ 788946 w 4376835"/>
              <a:gd name="connsiteY100" fmla="*/ 2252635 h 6858000"/>
              <a:gd name="connsiteX101" fmla="*/ 794250 w 4376835"/>
              <a:gd name="connsiteY101" fmla="*/ 2238675 h 6858000"/>
              <a:gd name="connsiteX102" fmla="*/ 794536 w 4376835"/>
              <a:gd name="connsiteY102" fmla="*/ 2233003 h 6858000"/>
              <a:gd name="connsiteX103" fmla="*/ 792429 w 4376835"/>
              <a:gd name="connsiteY103" fmla="*/ 2229498 h 6858000"/>
              <a:gd name="connsiteX104" fmla="*/ 793227 w 4376835"/>
              <a:gd name="connsiteY104" fmla="*/ 2228401 h 6858000"/>
              <a:gd name="connsiteX105" fmla="*/ 795299 w 4376835"/>
              <a:gd name="connsiteY105" fmla="*/ 2197903 h 6858000"/>
              <a:gd name="connsiteX106" fmla="*/ 808822 w 4376835"/>
              <a:gd name="connsiteY106" fmla="*/ 2134368 h 6858000"/>
              <a:gd name="connsiteX107" fmla="*/ 820138 w 4376835"/>
              <a:gd name="connsiteY107" fmla="*/ 2099989 h 6858000"/>
              <a:gd name="connsiteX108" fmla="*/ 847225 w 4376835"/>
              <a:gd name="connsiteY108" fmla="*/ 2003626 h 6858000"/>
              <a:gd name="connsiteX109" fmla="*/ 871446 w 4376835"/>
              <a:gd name="connsiteY109" fmla="*/ 1905232 h 6858000"/>
              <a:gd name="connsiteX110" fmla="*/ 866894 w 4376835"/>
              <a:gd name="connsiteY110" fmla="*/ 1846725 h 6858000"/>
              <a:gd name="connsiteX111" fmla="*/ 868241 w 4376835"/>
              <a:gd name="connsiteY111" fmla="*/ 1841071 h 6858000"/>
              <a:gd name="connsiteX112" fmla="*/ 875742 w 4376835"/>
              <a:gd name="connsiteY112" fmla="*/ 1828958 h 6858000"/>
              <a:gd name="connsiteX113" fmla="*/ 879192 w 4376835"/>
              <a:gd name="connsiteY113" fmla="*/ 1824953 h 6858000"/>
              <a:gd name="connsiteX114" fmla="*/ 882790 w 4376835"/>
              <a:gd name="connsiteY114" fmla="*/ 1817574 h 6858000"/>
              <a:gd name="connsiteX115" fmla="*/ 886658 w 4376835"/>
              <a:gd name="connsiteY115" fmla="*/ 1811329 h 6858000"/>
              <a:gd name="connsiteX116" fmla="*/ 908112 w 4376835"/>
              <a:gd name="connsiteY116" fmla="*/ 1782991 h 6858000"/>
              <a:gd name="connsiteX117" fmla="*/ 1021695 w 4376835"/>
              <a:gd name="connsiteY117" fmla="*/ 1753240 h 6858000"/>
              <a:gd name="connsiteX118" fmla="*/ 1109428 w 4376835"/>
              <a:gd name="connsiteY118" fmla="*/ 1570998 h 6858000"/>
              <a:gd name="connsiteX119" fmla="*/ 1250520 w 4376835"/>
              <a:gd name="connsiteY119" fmla="*/ 1425857 h 6858000"/>
              <a:gd name="connsiteX120" fmla="*/ 1397360 w 4376835"/>
              <a:gd name="connsiteY120" fmla="*/ 1313547 h 6858000"/>
              <a:gd name="connsiteX121" fmla="*/ 1496269 w 4376835"/>
              <a:gd name="connsiteY121" fmla="*/ 1094720 h 6858000"/>
              <a:gd name="connsiteX122" fmla="*/ 1516735 w 4376835"/>
              <a:gd name="connsiteY122" fmla="*/ 913489 h 6858000"/>
              <a:gd name="connsiteX123" fmla="*/ 1518279 w 4376835"/>
              <a:gd name="connsiteY123" fmla="*/ 802489 h 6858000"/>
              <a:gd name="connsiteX124" fmla="*/ 1589359 w 4376835"/>
              <a:gd name="connsiteY124" fmla="*/ 598702 h 6858000"/>
              <a:gd name="connsiteX125" fmla="*/ 1674468 w 4376835"/>
              <a:gd name="connsiteY125" fmla="*/ 380053 h 6858000"/>
              <a:gd name="connsiteX126" fmla="*/ 1713442 w 4376835"/>
              <a:gd name="connsiteY126" fmla="*/ 307108 h 6858000"/>
              <a:gd name="connsiteX127" fmla="*/ 1723372 w 4376835"/>
              <a:gd name="connsiteY127" fmla="*/ 277643 h 6858000"/>
              <a:gd name="connsiteX128" fmla="*/ 1740253 w 4376835"/>
              <a:gd name="connsiteY128" fmla="*/ 228503 h 6858000"/>
              <a:gd name="connsiteX129" fmla="*/ 1743263 w 4376835"/>
              <a:gd name="connsiteY129" fmla="*/ 182970 h 6858000"/>
              <a:gd name="connsiteX130" fmla="*/ 1761186 w 4376835"/>
              <a:gd name="connsiteY130" fmla="*/ 145367 h 6858000"/>
              <a:gd name="connsiteX131" fmla="*/ 1777775 w 4376835"/>
              <a:gd name="connsiteY131" fmla="*/ 148014 h 6858000"/>
              <a:gd name="connsiteX132" fmla="*/ 1792914 w 4376835"/>
              <a:gd name="connsiteY132" fmla="*/ 104094 h 6858000"/>
              <a:gd name="connsiteX133" fmla="*/ 1814516 w 4376835"/>
              <a:gd name="connsiteY133" fmla="*/ 36224 h 6858000"/>
              <a:gd name="connsiteX134" fmla="*/ 1821598 w 4376835"/>
              <a:gd name="connsiteY134" fmla="*/ 28008 h 6858000"/>
              <a:gd name="connsiteX135" fmla="*/ 1813947 w 4376835"/>
              <a:gd name="connsiteY135" fmla="*/ 11863 h 6858000"/>
              <a:gd name="connsiteX136" fmla="*/ 1814929 w 4376835"/>
              <a:gd name="connsiteY13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4376835" h="6858000">
                <a:moveTo>
                  <a:pt x="1814929" y="0"/>
                </a:moveTo>
                <a:lnTo>
                  <a:pt x="4376835" y="0"/>
                </a:lnTo>
                <a:lnTo>
                  <a:pt x="4376835" y="6858000"/>
                </a:lnTo>
                <a:lnTo>
                  <a:pt x="0" y="6858000"/>
                </a:lnTo>
                <a:lnTo>
                  <a:pt x="2310" y="6853652"/>
                </a:lnTo>
                <a:cubicBezTo>
                  <a:pt x="29810" y="6805010"/>
                  <a:pt x="56276" y="6770828"/>
                  <a:pt x="91006" y="6620968"/>
                </a:cubicBezTo>
                <a:cubicBezTo>
                  <a:pt x="94381" y="6612671"/>
                  <a:pt x="81335" y="6443221"/>
                  <a:pt x="81892" y="6435659"/>
                </a:cubicBezTo>
                <a:lnTo>
                  <a:pt x="80998" y="6414855"/>
                </a:lnTo>
                <a:lnTo>
                  <a:pt x="75836" y="6409671"/>
                </a:lnTo>
                <a:lnTo>
                  <a:pt x="77989" y="6396556"/>
                </a:lnTo>
                <a:lnTo>
                  <a:pt x="77374" y="6392981"/>
                </a:lnTo>
                <a:cubicBezTo>
                  <a:pt x="76172" y="6386157"/>
                  <a:pt x="75177" y="6379394"/>
                  <a:pt x="75036" y="6372572"/>
                </a:cubicBezTo>
                <a:cubicBezTo>
                  <a:pt x="102194" y="6377497"/>
                  <a:pt x="78306" y="6315359"/>
                  <a:pt x="99554" y="6331118"/>
                </a:cubicBezTo>
                <a:cubicBezTo>
                  <a:pt x="103496" y="6294492"/>
                  <a:pt x="122687" y="6319101"/>
                  <a:pt x="105442" y="6278374"/>
                </a:cubicBezTo>
                <a:cubicBezTo>
                  <a:pt x="113996" y="6231380"/>
                  <a:pt x="151354" y="6216149"/>
                  <a:pt x="172914" y="6144628"/>
                </a:cubicBezTo>
                <a:cubicBezTo>
                  <a:pt x="184454" y="6105934"/>
                  <a:pt x="219188" y="6021085"/>
                  <a:pt x="264181" y="5952072"/>
                </a:cubicBezTo>
                <a:cubicBezTo>
                  <a:pt x="320644" y="5872108"/>
                  <a:pt x="367070" y="5761141"/>
                  <a:pt x="423554" y="5679532"/>
                </a:cubicBezTo>
                <a:cubicBezTo>
                  <a:pt x="444226" y="5585128"/>
                  <a:pt x="413383" y="5567997"/>
                  <a:pt x="434055" y="5473593"/>
                </a:cubicBezTo>
                <a:cubicBezTo>
                  <a:pt x="395274" y="5386145"/>
                  <a:pt x="472046" y="5302014"/>
                  <a:pt x="403759" y="5215514"/>
                </a:cubicBezTo>
                <a:lnTo>
                  <a:pt x="367284" y="5066430"/>
                </a:lnTo>
                <a:lnTo>
                  <a:pt x="317365" y="5016642"/>
                </a:lnTo>
                <a:cubicBezTo>
                  <a:pt x="318092" y="5012746"/>
                  <a:pt x="318190" y="5010215"/>
                  <a:pt x="317834" y="5008528"/>
                </a:cubicBezTo>
                <a:lnTo>
                  <a:pt x="317591" y="5008366"/>
                </a:lnTo>
                <a:lnTo>
                  <a:pt x="318532" y="5000689"/>
                </a:lnTo>
                <a:cubicBezTo>
                  <a:pt x="320705" y="4987649"/>
                  <a:pt x="323377" y="4974877"/>
                  <a:pt x="326373" y="4962649"/>
                </a:cubicBezTo>
                <a:lnTo>
                  <a:pt x="304517" y="4845612"/>
                </a:lnTo>
                <a:lnTo>
                  <a:pt x="312138" y="4821435"/>
                </a:lnTo>
                <a:lnTo>
                  <a:pt x="314669" y="4809154"/>
                </a:lnTo>
                <a:lnTo>
                  <a:pt x="318283" y="4805250"/>
                </a:lnTo>
                <a:cubicBezTo>
                  <a:pt x="320578" y="4801275"/>
                  <a:pt x="321790" y="4795888"/>
                  <a:pt x="320547" y="4787345"/>
                </a:cubicBezTo>
                <a:lnTo>
                  <a:pt x="319715" y="4785453"/>
                </a:lnTo>
                <a:lnTo>
                  <a:pt x="325649" y="4770073"/>
                </a:lnTo>
                <a:cubicBezTo>
                  <a:pt x="328268" y="4765017"/>
                  <a:pt x="331488" y="4760402"/>
                  <a:pt x="335542" y="4756450"/>
                </a:cubicBezTo>
                <a:cubicBezTo>
                  <a:pt x="318003" y="4709762"/>
                  <a:pt x="339666" y="4659972"/>
                  <a:pt x="339391" y="4606479"/>
                </a:cubicBezTo>
                <a:cubicBezTo>
                  <a:pt x="308820" y="4587919"/>
                  <a:pt x="353653" y="4488685"/>
                  <a:pt x="385485" y="4470620"/>
                </a:cubicBezTo>
                <a:cubicBezTo>
                  <a:pt x="349272" y="4475654"/>
                  <a:pt x="434439" y="4343750"/>
                  <a:pt x="386474" y="4389388"/>
                </a:cubicBezTo>
                <a:cubicBezTo>
                  <a:pt x="390773" y="4370356"/>
                  <a:pt x="377813" y="4353317"/>
                  <a:pt x="365661" y="4365498"/>
                </a:cubicBezTo>
                <a:cubicBezTo>
                  <a:pt x="393730" y="4305427"/>
                  <a:pt x="374276" y="4225895"/>
                  <a:pt x="389339" y="4160513"/>
                </a:cubicBezTo>
                <a:cubicBezTo>
                  <a:pt x="364366" y="4129844"/>
                  <a:pt x="388282" y="4144911"/>
                  <a:pt x="385403" y="4109650"/>
                </a:cubicBezTo>
                <a:cubicBezTo>
                  <a:pt x="409735" y="4115762"/>
                  <a:pt x="374071" y="4068016"/>
                  <a:pt x="402327" y="4061824"/>
                </a:cubicBezTo>
                <a:cubicBezTo>
                  <a:pt x="400908" y="4055602"/>
                  <a:pt x="398642" y="4049772"/>
                  <a:pt x="396156" y="4043965"/>
                </a:cubicBezTo>
                <a:lnTo>
                  <a:pt x="394868" y="4040920"/>
                </a:lnTo>
                <a:cubicBezTo>
                  <a:pt x="394773" y="4036613"/>
                  <a:pt x="394679" y="4032307"/>
                  <a:pt x="394584" y="4028000"/>
                </a:cubicBezTo>
                <a:lnTo>
                  <a:pt x="388418" y="4025270"/>
                </a:lnTo>
                <a:lnTo>
                  <a:pt x="383628" y="4006478"/>
                </a:lnTo>
                <a:cubicBezTo>
                  <a:pt x="382774" y="3999299"/>
                  <a:pt x="382957" y="3991408"/>
                  <a:pt x="384802" y="3982442"/>
                </a:cubicBezTo>
                <a:cubicBezTo>
                  <a:pt x="401416" y="3951445"/>
                  <a:pt x="375209" y="3905701"/>
                  <a:pt x="397167" y="3867331"/>
                </a:cubicBezTo>
                <a:cubicBezTo>
                  <a:pt x="403057" y="3853072"/>
                  <a:pt x="407915" y="3808030"/>
                  <a:pt x="400691" y="3798966"/>
                </a:cubicBezTo>
                <a:cubicBezTo>
                  <a:pt x="400026" y="3789462"/>
                  <a:pt x="404255" y="3778712"/>
                  <a:pt x="395946" y="3773791"/>
                </a:cubicBezTo>
                <a:cubicBezTo>
                  <a:pt x="386179" y="3765922"/>
                  <a:pt x="406502" y="3734262"/>
                  <a:pt x="393410" y="3738098"/>
                </a:cubicBezTo>
                <a:cubicBezTo>
                  <a:pt x="407431" y="3715587"/>
                  <a:pt x="387387" y="3695630"/>
                  <a:pt x="384223" y="3675719"/>
                </a:cubicBezTo>
                <a:cubicBezTo>
                  <a:pt x="390897" y="3666933"/>
                  <a:pt x="389284" y="3656428"/>
                  <a:pt x="386290" y="3642763"/>
                </a:cubicBezTo>
                <a:lnTo>
                  <a:pt x="382514" y="3624093"/>
                </a:lnTo>
                <a:lnTo>
                  <a:pt x="383976" y="3616602"/>
                </a:lnTo>
                <a:cubicBezTo>
                  <a:pt x="384920" y="3607445"/>
                  <a:pt x="385162" y="3599012"/>
                  <a:pt x="385517" y="3591527"/>
                </a:cubicBezTo>
                <a:lnTo>
                  <a:pt x="387146" y="3577241"/>
                </a:lnTo>
                <a:lnTo>
                  <a:pt x="388068" y="3571585"/>
                </a:lnTo>
                <a:lnTo>
                  <a:pt x="395496" y="3559720"/>
                </a:lnTo>
                <a:cubicBezTo>
                  <a:pt x="395326" y="3554162"/>
                  <a:pt x="395155" y="3548605"/>
                  <a:pt x="394985" y="3543047"/>
                </a:cubicBezTo>
                <a:lnTo>
                  <a:pt x="403028" y="3525651"/>
                </a:lnTo>
                <a:cubicBezTo>
                  <a:pt x="401413" y="3524354"/>
                  <a:pt x="399963" y="3522692"/>
                  <a:pt x="398728" y="3520715"/>
                </a:cubicBezTo>
                <a:lnTo>
                  <a:pt x="395530" y="3505412"/>
                </a:lnTo>
                <a:lnTo>
                  <a:pt x="402719" y="3493445"/>
                </a:lnTo>
                <a:cubicBezTo>
                  <a:pt x="393264" y="3491751"/>
                  <a:pt x="405480" y="3478925"/>
                  <a:pt x="409328" y="3467406"/>
                </a:cubicBezTo>
                <a:cubicBezTo>
                  <a:pt x="409316" y="3464948"/>
                  <a:pt x="409304" y="3462491"/>
                  <a:pt x="409292" y="3460033"/>
                </a:cubicBezTo>
                <a:lnTo>
                  <a:pt x="419755" y="3435495"/>
                </a:lnTo>
                <a:cubicBezTo>
                  <a:pt x="424399" y="3421940"/>
                  <a:pt x="427905" y="3408759"/>
                  <a:pt x="430771" y="3395884"/>
                </a:cubicBezTo>
                <a:lnTo>
                  <a:pt x="439140" y="3350083"/>
                </a:lnTo>
                <a:lnTo>
                  <a:pt x="446544" y="3337690"/>
                </a:lnTo>
                <a:cubicBezTo>
                  <a:pt x="456457" y="3308602"/>
                  <a:pt x="453892" y="3271850"/>
                  <a:pt x="470731" y="3254519"/>
                </a:cubicBezTo>
                <a:cubicBezTo>
                  <a:pt x="474589" y="3246460"/>
                  <a:pt x="476699" y="3238700"/>
                  <a:pt x="477713" y="3231166"/>
                </a:cubicBezTo>
                <a:cubicBezTo>
                  <a:pt x="477838" y="3224198"/>
                  <a:pt x="477962" y="3217230"/>
                  <a:pt x="478087" y="3210262"/>
                </a:cubicBezTo>
                <a:lnTo>
                  <a:pt x="473269" y="3204689"/>
                </a:lnTo>
                <a:lnTo>
                  <a:pt x="476207" y="3191713"/>
                </a:lnTo>
                <a:cubicBezTo>
                  <a:pt x="476076" y="3190504"/>
                  <a:pt x="475944" y="3189294"/>
                  <a:pt x="475813" y="3188085"/>
                </a:cubicBezTo>
                <a:cubicBezTo>
                  <a:pt x="475032" y="3181161"/>
                  <a:pt x="474456" y="3174312"/>
                  <a:pt x="474728" y="3167471"/>
                </a:cubicBezTo>
                <a:cubicBezTo>
                  <a:pt x="501422" y="3174421"/>
                  <a:pt x="481450" y="3110410"/>
                  <a:pt x="501612" y="3127774"/>
                </a:cubicBezTo>
                <a:cubicBezTo>
                  <a:pt x="507757" y="3091380"/>
                  <a:pt x="525334" y="3117454"/>
                  <a:pt x="510667" y="3075380"/>
                </a:cubicBezTo>
                <a:cubicBezTo>
                  <a:pt x="540230" y="3017365"/>
                  <a:pt x="542544" y="2929274"/>
                  <a:pt x="582379" y="2882573"/>
                </a:cubicBezTo>
                <a:cubicBezTo>
                  <a:pt x="568549" y="2889043"/>
                  <a:pt x="561213" y="2866095"/>
                  <a:pt x="569744" y="2849169"/>
                </a:cubicBezTo>
                <a:cubicBezTo>
                  <a:pt x="515752" y="2872293"/>
                  <a:pt x="624181" y="2780662"/>
                  <a:pt x="590685" y="2768869"/>
                </a:cubicBezTo>
                <a:cubicBezTo>
                  <a:pt x="623497" y="2765674"/>
                  <a:pt x="687935" y="2687815"/>
                  <a:pt x="665292" y="2655182"/>
                </a:cubicBezTo>
                <a:cubicBezTo>
                  <a:pt x="678257" y="2601873"/>
                  <a:pt x="709847" y="2562423"/>
                  <a:pt x="705757" y="2507872"/>
                </a:cubicBezTo>
                <a:cubicBezTo>
                  <a:pt x="710343" y="2505822"/>
                  <a:pt x="714351" y="2502730"/>
                  <a:pt x="717932" y="2498916"/>
                </a:cubicBezTo>
                <a:lnTo>
                  <a:pt x="727017" y="2486382"/>
                </a:lnTo>
                <a:lnTo>
                  <a:pt x="726741" y="2484113"/>
                </a:lnTo>
                <a:cubicBezTo>
                  <a:pt x="727745" y="2475043"/>
                  <a:pt x="730155" y="2470249"/>
                  <a:pt x="733179" y="2467361"/>
                </a:cubicBezTo>
                <a:lnTo>
                  <a:pt x="737364" y="2465156"/>
                </a:lnTo>
                <a:lnTo>
                  <a:pt x="742650" y="2454122"/>
                </a:lnTo>
                <a:lnTo>
                  <a:pt x="755408" y="2433619"/>
                </a:lnTo>
                <a:cubicBezTo>
                  <a:pt x="755471" y="2431955"/>
                  <a:pt x="755535" y="2430290"/>
                  <a:pt x="755598" y="2428626"/>
                </a:cubicBezTo>
                <a:lnTo>
                  <a:pt x="771418" y="2395899"/>
                </a:lnTo>
                <a:lnTo>
                  <a:pt x="770593" y="2394897"/>
                </a:lnTo>
                <a:cubicBezTo>
                  <a:pt x="769106" y="2391905"/>
                  <a:pt x="768688" y="2388289"/>
                  <a:pt x="770497" y="2383267"/>
                </a:cubicBezTo>
                <a:cubicBezTo>
                  <a:pt x="752441" y="2382908"/>
                  <a:pt x="765761" y="2377071"/>
                  <a:pt x="772693" y="2362296"/>
                </a:cubicBezTo>
                <a:cubicBezTo>
                  <a:pt x="746194" y="2358441"/>
                  <a:pt x="775111" y="2321343"/>
                  <a:pt x="764846" y="2307129"/>
                </a:cubicBezTo>
                <a:cubicBezTo>
                  <a:pt x="770536" y="2296361"/>
                  <a:pt x="776068" y="2284903"/>
                  <a:pt x="781226" y="2272947"/>
                </a:cubicBezTo>
                <a:lnTo>
                  <a:pt x="783960" y="2265753"/>
                </a:lnTo>
                <a:lnTo>
                  <a:pt x="783783" y="2265478"/>
                </a:lnTo>
                <a:cubicBezTo>
                  <a:pt x="783882" y="2263635"/>
                  <a:pt x="784595" y="2261166"/>
                  <a:pt x="786206" y="2257630"/>
                </a:cubicBezTo>
                <a:lnTo>
                  <a:pt x="788946" y="2252635"/>
                </a:lnTo>
                <a:lnTo>
                  <a:pt x="794250" y="2238675"/>
                </a:lnTo>
                <a:cubicBezTo>
                  <a:pt x="794345" y="2236784"/>
                  <a:pt x="794441" y="2234894"/>
                  <a:pt x="794536" y="2233003"/>
                </a:cubicBezTo>
                <a:lnTo>
                  <a:pt x="792429" y="2229498"/>
                </a:lnTo>
                <a:lnTo>
                  <a:pt x="793227" y="2228401"/>
                </a:lnTo>
                <a:cubicBezTo>
                  <a:pt x="801728" y="2221696"/>
                  <a:pt x="809796" y="2223226"/>
                  <a:pt x="795299" y="2197903"/>
                </a:cubicBezTo>
                <a:cubicBezTo>
                  <a:pt x="811549" y="2180402"/>
                  <a:pt x="801510" y="2168206"/>
                  <a:pt x="808822" y="2134368"/>
                </a:cubicBezTo>
                <a:cubicBezTo>
                  <a:pt x="821032" y="2126284"/>
                  <a:pt x="822222" y="2114075"/>
                  <a:pt x="820138" y="2099989"/>
                </a:cubicBezTo>
                <a:cubicBezTo>
                  <a:pt x="834727" y="2072002"/>
                  <a:pt x="836697" y="2038973"/>
                  <a:pt x="847225" y="2003626"/>
                </a:cubicBezTo>
                <a:cubicBezTo>
                  <a:pt x="870411" y="1973216"/>
                  <a:pt x="860120" y="1942957"/>
                  <a:pt x="871446" y="1905232"/>
                </a:cubicBezTo>
                <a:cubicBezTo>
                  <a:pt x="899662" y="1884744"/>
                  <a:pt x="866560" y="1869681"/>
                  <a:pt x="866894" y="1846725"/>
                </a:cubicBezTo>
                <a:lnTo>
                  <a:pt x="868241" y="1841071"/>
                </a:lnTo>
                <a:lnTo>
                  <a:pt x="875742" y="1828958"/>
                </a:lnTo>
                <a:lnTo>
                  <a:pt x="879192" y="1824953"/>
                </a:lnTo>
                <a:lnTo>
                  <a:pt x="882790" y="1817574"/>
                </a:lnTo>
                <a:lnTo>
                  <a:pt x="886658" y="1811329"/>
                </a:lnTo>
                <a:cubicBezTo>
                  <a:pt x="893642" y="1801193"/>
                  <a:pt x="900872" y="1791712"/>
                  <a:pt x="908112" y="1782991"/>
                </a:cubicBezTo>
                <a:cubicBezTo>
                  <a:pt x="901486" y="1764538"/>
                  <a:pt x="1045081" y="1767511"/>
                  <a:pt x="1021695" y="1753240"/>
                </a:cubicBezTo>
                <a:cubicBezTo>
                  <a:pt x="1050351" y="1710564"/>
                  <a:pt x="1079859" y="1626787"/>
                  <a:pt x="1109428" y="1570998"/>
                </a:cubicBezTo>
                <a:cubicBezTo>
                  <a:pt x="1095060" y="1528987"/>
                  <a:pt x="1220038" y="1416281"/>
                  <a:pt x="1250520" y="1425857"/>
                </a:cubicBezTo>
                <a:cubicBezTo>
                  <a:pt x="1270355" y="1392742"/>
                  <a:pt x="1375441" y="1360253"/>
                  <a:pt x="1397360" y="1313547"/>
                </a:cubicBezTo>
                <a:lnTo>
                  <a:pt x="1496269" y="1094720"/>
                </a:lnTo>
                <a:cubicBezTo>
                  <a:pt x="1516164" y="1015803"/>
                  <a:pt x="1525308" y="965866"/>
                  <a:pt x="1516735" y="913489"/>
                </a:cubicBezTo>
                <a:cubicBezTo>
                  <a:pt x="1526909" y="905284"/>
                  <a:pt x="1519732" y="816693"/>
                  <a:pt x="1518279" y="802489"/>
                </a:cubicBezTo>
                <a:cubicBezTo>
                  <a:pt x="1525486" y="739008"/>
                  <a:pt x="1570345" y="641350"/>
                  <a:pt x="1589359" y="598702"/>
                </a:cubicBezTo>
                <a:cubicBezTo>
                  <a:pt x="1627631" y="531968"/>
                  <a:pt x="1653787" y="428652"/>
                  <a:pt x="1674468" y="380053"/>
                </a:cubicBezTo>
                <a:cubicBezTo>
                  <a:pt x="1702374" y="337186"/>
                  <a:pt x="1663464" y="346077"/>
                  <a:pt x="1713442" y="307108"/>
                </a:cubicBezTo>
                <a:cubicBezTo>
                  <a:pt x="1709247" y="293750"/>
                  <a:pt x="1712921" y="286239"/>
                  <a:pt x="1723372" y="277643"/>
                </a:cubicBezTo>
                <a:cubicBezTo>
                  <a:pt x="1736363" y="256271"/>
                  <a:pt x="1716219" y="239710"/>
                  <a:pt x="1740253" y="228503"/>
                </a:cubicBezTo>
                <a:cubicBezTo>
                  <a:pt x="1727703" y="222673"/>
                  <a:pt x="1759694" y="183008"/>
                  <a:pt x="1743263" y="182970"/>
                </a:cubicBezTo>
                <a:cubicBezTo>
                  <a:pt x="1741915" y="159720"/>
                  <a:pt x="1761363" y="167348"/>
                  <a:pt x="1761186" y="145367"/>
                </a:cubicBezTo>
                <a:cubicBezTo>
                  <a:pt x="1768291" y="127518"/>
                  <a:pt x="1767039" y="165048"/>
                  <a:pt x="1777775" y="148014"/>
                </a:cubicBezTo>
                <a:cubicBezTo>
                  <a:pt x="1788927" y="125594"/>
                  <a:pt x="1807822" y="143605"/>
                  <a:pt x="1792914" y="104094"/>
                </a:cubicBezTo>
                <a:cubicBezTo>
                  <a:pt x="1811329" y="87027"/>
                  <a:pt x="1802901" y="72355"/>
                  <a:pt x="1814516" y="36224"/>
                </a:cubicBezTo>
                <a:lnTo>
                  <a:pt x="1821598" y="28008"/>
                </a:lnTo>
                <a:lnTo>
                  <a:pt x="1813947" y="11863"/>
                </a:lnTo>
                <a:cubicBezTo>
                  <a:pt x="1814274" y="7909"/>
                  <a:pt x="1814602" y="3954"/>
                  <a:pt x="1814929" y="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E1ADA1B-8E03-4FC1-9FF5-9A0071A5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84191" y="659630"/>
            <a:ext cx="3239494" cy="553459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5" name="İçerik Yer Tutucusu 34">
            <a:extLst>
              <a:ext uri="{FF2B5EF4-FFF2-40B4-BE49-F238E27FC236}">
                <a16:creationId xmlns:a16="http://schemas.microsoft.com/office/drawing/2014/main" id="{1D6E6EE6-CA6B-40A6-4387-6D1B55566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6031" y="872564"/>
            <a:ext cx="2323616" cy="2441767"/>
          </a:xfrm>
          <a:prstGeom prst="rect">
            <a:avLst/>
          </a:prstGeom>
        </p:spPr>
      </p:pic>
      <p:pic>
        <p:nvPicPr>
          <p:cNvPr id="37" name="Resim 36">
            <a:extLst>
              <a:ext uri="{FF2B5EF4-FFF2-40B4-BE49-F238E27FC236}">
                <a16:creationId xmlns:a16="http://schemas.microsoft.com/office/drawing/2014/main" id="{822357D2-BBA2-58C9-480B-1E2012D2A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190" y="3502811"/>
            <a:ext cx="2319298" cy="2452373"/>
          </a:xfrm>
          <a:prstGeom prst="rect">
            <a:avLst/>
          </a:prstGeom>
        </p:spPr>
      </p:pic>
      <p:sp>
        <p:nvSpPr>
          <p:cNvPr id="48" name="Rectangle 6">
            <a:extLst>
              <a:ext uri="{FF2B5EF4-FFF2-40B4-BE49-F238E27FC236}">
                <a16:creationId xmlns:a16="http://schemas.microsoft.com/office/drawing/2014/main" id="{C99D11B4-B61D-4ECC-AA3A-DE3A9B692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49196" y="6091709"/>
            <a:ext cx="1153127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İçerik Yer Tutucusu 22">
            <a:extLst>
              <a:ext uri="{FF2B5EF4-FFF2-40B4-BE49-F238E27FC236}">
                <a16:creationId xmlns:a16="http://schemas.microsoft.com/office/drawing/2014/main" id="{E0C0CC58-4BEB-A7CC-DC49-24DC842016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983"/>
            <a:ext cx="1147257" cy="87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296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CB962CF-61A3-4EF9-94F6-7C59B0329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D8CEA82-5257-8DB4-61F1-3EF0B190B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337"/>
            <a:ext cx="6797405" cy="16514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z="4000" dirty="0" err="1">
                <a:latin typeface="Berlin Sans FB Demi" panose="020E0802020502020306" pitchFamily="34" charset="0"/>
              </a:rPr>
              <a:t>Schizont</a:t>
            </a:r>
            <a:r>
              <a:rPr lang="tr-TR" sz="4000" dirty="0">
                <a:latin typeface="Berlin Sans FB Demi" panose="020E0802020502020306" pitchFamily="34" charset="0"/>
              </a:rPr>
              <a:t> (</a:t>
            </a:r>
            <a:r>
              <a:rPr lang="tr-TR" sz="4000" dirty="0" err="1">
                <a:latin typeface="Berlin Sans FB Demi" panose="020E0802020502020306" pitchFamily="34" charset="0"/>
              </a:rPr>
              <a:t>Şizont</a:t>
            </a:r>
            <a:r>
              <a:rPr lang="tr-TR" sz="4000" dirty="0">
                <a:latin typeface="Berlin Sans FB Demi" panose="020E0802020502020306" pitchFamily="34" charset="0"/>
              </a:rPr>
              <a:t> Evresi)</a:t>
            </a:r>
            <a:endParaRPr lang="en-US" sz="4000" dirty="0">
              <a:latin typeface="Berlin Sans FB Demi" panose="020E0802020502020306" pitchFamily="34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497A353B-E1B3-A745-226B-F2B1DFB13217}"/>
              </a:ext>
            </a:extLst>
          </p:cNvPr>
          <p:cNvSpPr txBox="1"/>
          <p:nvPr/>
        </p:nvSpPr>
        <p:spPr>
          <a:xfrm>
            <a:off x="838200" y="2401330"/>
            <a:ext cx="6797405" cy="371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Sınıflar</a:t>
            </a:r>
            <a:r>
              <a:rPr lang="en-US" sz="2000" b="1" dirty="0"/>
              <a:t> (6 </a:t>
            </a:r>
            <a:r>
              <a:rPr lang="en-US" sz="2000" b="1" dirty="0" err="1"/>
              <a:t>adet</a:t>
            </a:r>
            <a:r>
              <a:rPr lang="en-US" sz="2000" b="1" dirty="0"/>
              <a:t>):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RBC (</a:t>
            </a:r>
            <a:r>
              <a:rPr lang="en-US" sz="2000" dirty="0" err="1"/>
              <a:t>sağlıklı</a:t>
            </a:r>
            <a:r>
              <a:rPr lang="en-US" sz="2000" dirty="0"/>
              <a:t> </a:t>
            </a:r>
            <a:r>
              <a:rPr lang="en-US" sz="2000" dirty="0" err="1"/>
              <a:t>kırmızı</a:t>
            </a:r>
            <a:r>
              <a:rPr lang="en-US" sz="2000" dirty="0"/>
              <a:t> </a:t>
            </a:r>
            <a:r>
              <a:rPr lang="en-US" sz="2000" dirty="0" err="1"/>
              <a:t>kan</a:t>
            </a:r>
            <a:r>
              <a:rPr lang="en-US" sz="2000" dirty="0"/>
              <a:t> </a:t>
            </a:r>
            <a:r>
              <a:rPr lang="en-US" sz="2000" dirty="0" err="1"/>
              <a:t>hücresi</a:t>
            </a:r>
            <a:r>
              <a:rPr lang="en-US" sz="2000" dirty="0"/>
              <a:t>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Leukocyte (</a:t>
            </a:r>
            <a:r>
              <a:rPr lang="en-US" sz="2000" dirty="0" err="1"/>
              <a:t>akyuvar</a:t>
            </a:r>
            <a:r>
              <a:rPr lang="en-US" sz="2000" dirty="0"/>
              <a:t>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Ring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Trophozoite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Schizont</a:t>
            </a:r>
            <a:r>
              <a:rPr lang="en-US" sz="2000" dirty="0"/>
              <a:t>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Gametocyte</a:t>
            </a:r>
          </a:p>
        </p:txBody>
      </p:sp>
      <p:pic>
        <p:nvPicPr>
          <p:cNvPr id="13" name="İçerik Yer Tutucusu 12">
            <a:extLst>
              <a:ext uri="{FF2B5EF4-FFF2-40B4-BE49-F238E27FC236}">
                <a16:creationId xmlns:a16="http://schemas.microsoft.com/office/drawing/2014/main" id="{9C251266-AD33-9673-E6BC-FE344E9675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256" y="168168"/>
            <a:ext cx="3286222" cy="3168155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8CB9701E-77C4-6352-6397-4860784B5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330" y="3504492"/>
            <a:ext cx="3230074" cy="2813930"/>
          </a:xfrm>
          <a:prstGeom prst="rect">
            <a:avLst/>
          </a:prstGeom>
        </p:spPr>
      </p:pic>
      <p:pic>
        <p:nvPicPr>
          <p:cNvPr id="11" name="İçerik Yer Tutucusu 22">
            <a:extLst>
              <a:ext uri="{FF2B5EF4-FFF2-40B4-BE49-F238E27FC236}">
                <a16:creationId xmlns:a16="http://schemas.microsoft.com/office/drawing/2014/main" id="{E2051F98-4332-B86B-6B47-B3F4B7E760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983"/>
            <a:ext cx="1147257" cy="87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08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CB962CF-61A3-4EF9-94F6-7C59B0329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01211F8-C6E9-F761-58D2-4FEE411FA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337"/>
            <a:ext cx="6797405" cy="16514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z="4000" dirty="0" err="1">
                <a:latin typeface="Berlin Sans FB Demi" panose="020E0802020502020306" pitchFamily="34" charset="0"/>
              </a:rPr>
              <a:t>Gametocyte</a:t>
            </a:r>
            <a:r>
              <a:rPr lang="tr-TR" sz="4000" dirty="0">
                <a:latin typeface="Berlin Sans FB Demi" panose="020E0802020502020306" pitchFamily="34" charset="0"/>
              </a:rPr>
              <a:t> (</a:t>
            </a:r>
            <a:r>
              <a:rPr lang="tr-TR" sz="4000" dirty="0" err="1">
                <a:latin typeface="Berlin Sans FB Demi" panose="020E0802020502020306" pitchFamily="34" charset="0"/>
              </a:rPr>
              <a:t>Gametosit</a:t>
            </a:r>
            <a:r>
              <a:rPr lang="tr-TR" sz="4000" dirty="0">
                <a:latin typeface="Berlin Sans FB Demi" panose="020E0802020502020306" pitchFamily="34" charset="0"/>
              </a:rPr>
              <a:t> Evresi)</a:t>
            </a:r>
            <a:endParaRPr lang="en-US" sz="4000" dirty="0">
              <a:latin typeface="Berlin Sans FB Demi" panose="020E0802020502020306" pitchFamily="34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B868985-17ED-63AA-BD51-B23E9789970F}"/>
              </a:ext>
            </a:extLst>
          </p:cNvPr>
          <p:cNvSpPr txBox="1"/>
          <p:nvPr/>
        </p:nvSpPr>
        <p:spPr>
          <a:xfrm>
            <a:off x="838200" y="2401330"/>
            <a:ext cx="6797405" cy="371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Sınıflar</a:t>
            </a:r>
            <a:r>
              <a:rPr lang="en-US" sz="2000" b="1" dirty="0"/>
              <a:t> (6 </a:t>
            </a:r>
            <a:r>
              <a:rPr lang="en-US" sz="2000" b="1" dirty="0" err="1"/>
              <a:t>adet</a:t>
            </a:r>
            <a:r>
              <a:rPr lang="en-US" sz="2000" b="1" dirty="0"/>
              <a:t>):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RBC (</a:t>
            </a:r>
            <a:r>
              <a:rPr lang="en-US" sz="2000" dirty="0" err="1"/>
              <a:t>sağlıklı</a:t>
            </a:r>
            <a:r>
              <a:rPr lang="en-US" sz="2000" dirty="0"/>
              <a:t> </a:t>
            </a:r>
            <a:r>
              <a:rPr lang="en-US" sz="2000" dirty="0" err="1"/>
              <a:t>kırmızı</a:t>
            </a:r>
            <a:r>
              <a:rPr lang="en-US" sz="2000" dirty="0"/>
              <a:t> </a:t>
            </a:r>
            <a:r>
              <a:rPr lang="en-US" sz="2000" dirty="0" err="1"/>
              <a:t>kan</a:t>
            </a:r>
            <a:r>
              <a:rPr lang="en-US" sz="2000" dirty="0"/>
              <a:t> </a:t>
            </a:r>
            <a:r>
              <a:rPr lang="en-US" sz="2000" dirty="0" err="1"/>
              <a:t>hücresi</a:t>
            </a:r>
            <a:r>
              <a:rPr lang="en-US" sz="2000" dirty="0"/>
              <a:t>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Leukocyte (</a:t>
            </a:r>
            <a:r>
              <a:rPr lang="en-US" sz="2000" dirty="0" err="1"/>
              <a:t>akyuvar</a:t>
            </a:r>
            <a:r>
              <a:rPr lang="en-US" sz="2000" dirty="0"/>
              <a:t>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Ring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Trophozoite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Schizont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Gametocyte</a:t>
            </a:r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CD90D925-4784-9A69-6F5A-C62FC328B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445" y="168168"/>
            <a:ext cx="3123845" cy="3168155"/>
          </a:xfrm>
          <a:prstGeom prst="rect">
            <a:avLst/>
          </a:prstGeom>
        </p:spPr>
      </p:pic>
      <p:pic>
        <p:nvPicPr>
          <p:cNvPr id="10" name="İçerik Yer Tutucusu 9">
            <a:extLst>
              <a:ext uri="{FF2B5EF4-FFF2-40B4-BE49-F238E27FC236}">
                <a16:creationId xmlns:a16="http://schemas.microsoft.com/office/drawing/2014/main" id="{08EBD8A6-E79F-ADD1-7330-A01198486A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244" y="3504492"/>
            <a:ext cx="2978247" cy="2813930"/>
          </a:xfrm>
          <a:prstGeom prst="rect">
            <a:avLst/>
          </a:prstGeom>
        </p:spPr>
      </p:pic>
      <p:pic>
        <p:nvPicPr>
          <p:cNvPr id="8" name="İçerik Yer Tutucusu 22">
            <a:extLst>
              <a:ext uri="{FF2B5EF4-FFF2-40B4-BE49-F238E27FC236}">
                <a16:creationId xmlns:a16="http://schemas.microsoft.com/office/drawing/2014/main" id="{84EDE796-AD1F-1C97-4805-44AC7C8186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983"/>
            <a:ext cx="1147257" cy="87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49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A54AB4-13C0-367D-1C7E-047E8377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Berlin Sans FB" panose="020E0602020502020306" pitchFamily="34" charset="0"/>
              </a:rPr>
              <a:t>Model Seçimi: DenseNet201 ve Transfer Learning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1E73165-9931-402B-D45D-233D1AAF9C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66215"/>
            <a:ext cx="100642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" panose="020E0602020502020306" pitchFamily="34" charset="0"/>
              </a:rPr>
              <a:t>Mimari Seçimi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 farklı sıtma evresinin morfolojik olarak birbirine yüksek oranda benzemesi (özellikle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Schizont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Trophozoite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güçlü bir özellik çıkarıcı gerektirmektedir. Bu nedenle derin ve bağlantılı yapısıyla DenseNet201 tercih edilmiştir.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" panose="020E0602020502020306" pitchFamily="34" charset="0"/>
              </a:rPr>
              <a:t>Transfer Learning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sıfırdan eğitilmemiş,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ImageNet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veri seti ile önceden eğitilmiş ağırlıklar kullanılmıştır.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" panose="020E0602020502020306" pitchFamily="34" charset="0"/>
              </a:rPr>
              <a:t>İlk Aşama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Modelin temel özellikleri (kenar, renk vb.) unutmaması için başlangıçta ana gövde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base_model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dondurulmuştur (</a:t>
            </a:r>
            <a:r>
              <a:rPr kumimoji="0" lang="tr-TR" altLang="tr-T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trainable</a:t>
            </a:r>
            <a:r>
              <a:rPr kumimoji="0" lang="tr-TR" altLang="tr-T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tr-TR" altLang="tr-T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False</a:t>
            </a:r>
            <a:r>
              <a:rPr kumimoji="0" lang="tr-TR" altLang="tr-T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888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62B1C4-541E-9FB9-F953-F5D888620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Berlin Sans FB" panose="020E0602020502020306" pitchFamily="34" charset="0"/>
              </a:rPr>
              <a:t>Modelin Karşılaştığı Problem: </a:t>
            </a:r>
            <a:r>
              <a:rPr lang="tr-TR" dirty="0" err="1">
                <a:latin typeface="Berlin Sans FB" panose="020E0602020502020306" pitchFamily="34" charset="0"/>
              </a:rPr>
              <a:t>Overfitting</a:t>
            </a:r>
            <a:r>
              <a:rPr lang="tr-TR" dirty="0">
                <a:latin typeface="Berlin Sans FB" panose="020E0602020502020306" pitchFamily="34" charset="0"/>
              </a:rPr>
              <a:t> (Ezberleme)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107333-1599-740A-FEE4-A8EE65FEBD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9374" y="2746787"/>
            <a:ext cx="868925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İlk eğitim denemelerinde model, eğitim veri setinde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%95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üzerinde bir başarı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göstermiştir.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Ancak, doğrulama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setinde başarı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%57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seviyelerinde takılı kalmıştır.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Teşhis: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Model, yüksek parametre sayısı nedeniyle verilerin genel özelliklerini öğrenmek yerine pikselleri ezberlemiştir.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durumu çözmek için 3 aşamalı bir mühendislik optimizasyonuna gittik</a:t>
            </a:r>
          </a:p>
        </p:txBody>
      </p:sp>
    </p:spTree>
    <p:extLst>
      <p:ext uri="{BB962C8B-B14F-4D97-AF65-F5344CB8AC3E}">
        <p14:creationId xmlns:p14="http://schemas.microsoft.com/office/powerpoint/2010/main" val="2631247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C41FE99-EB18-E7B0-7F46-DEADD5948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tr-TR" sz="3000">
                <a:latin typeface="Berlin Sans FB" panose="020E0602020502020306" pitchFamily="34" charset="0"/>
              </a:rPr>
              <a:t>Optimizasyon 1: Data Augmentation (Veri Çoğaltma)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3299FA1-21C5-2E86-149C-0724D0154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tr-TR" sz="2200" dirty="0"/>
              <a:t>Modelin ezber yapmasını engellemek için eğitim görüntüleri her </a:t>
            </a:r>
            <a:r>
              <a:rPr lang="tr-TR" sz="2200" dirty="0" err="1"/>
              <a:t>epoch'ta</a:t>
            </a:r>
            <a:r>
              <a:rPr lang="tr-TR" sz="2200" dirty="0"/>
              <a:t> rastgele manipüle edilerek modele sunduk</a:t>
            </a:r>
          </a:p>
          <a:p>
            <a:endParaRPr lang="tr-TR" sz="22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9125B45-6048-5AAB-03F6-EFD0A1FE4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482800"/>
            <a:ext cx="10917936" cy="357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309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7EF47D1-51FF-14FA-E858-164B55F79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r>
              <a:rPr lang="tr-TR" sz="4000">
                <a:latin typeface="Berlin Sans FB" panose="020E0602020502020306" pitchFamily="34" charset="0"/>
              </a:rPr>
              <a:t>Optimizasyon 2: Fine-Tuning ve Dropout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D4A074-07F0-4550-3666-C6933F38B7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90909" y="552906"/>
            <a:ext cx="5159825" cy="167490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Dropout Artırımı:</a:t>
            </a:r>
            <a:r>
              <a:rPr kumimoji="0" lang="tr-TR" altLang="tr-T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Unutma oranı %30'dan %50'ye çıkarılarak belirli nöronların aşırı yüklenmesi engellendi.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tr-TR" altLang="tr-TR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Katman Kilitlerinin Açılması:</a:t>
            </a:r>
            <a:r>
              <a:rPr kumimoji="0" lang="tr-TR" altLang="tr-T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DenseNet201'in son 30 katmanı eğitime açılarak modelin doğrudan sıtma hücrelerine odaklanması sağlandı. Öğrenme hızı çok düşük (1e-4) tutuldu.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CAA82407-2A0E-BC28-B1FE-B593AA968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66" y="2514622"/>
            <a:ext cx="10515569" cy="368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95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FB8583D-4B8B-714F-85E1-16127FDAC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tr-TR" sz="3000">
                <a:latin typeface="Berlin Sans FB" panose="020E0602020502020306" pitchFamily="34" charset="0"/>
              </a:rPr>
              <a:t>Optimizasyon 3: Early Stopping (Erken Durdurma)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C8AA5D-C06E-6847-EAE9-6F7276675D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5" y="502920"/>
            <a:ext cx="6894576" cy="14630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Modelin tekrar ezberlemeye başladığı noktayı sistemin kendi kendine tespit edip eğitimi kesmesi sağlandı.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tr-TR" altLang="tr-TR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Sonuç:</a:t>
            </a:r>
            <a:r>
              <a:rPr kumimoji="0" lang="tr-TR" altLang="tr-T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Eğitim 15 epoch sürmesine rağmen, model 13. epoch'ta ezberlemeye başladığı için sistem eğitimi durdurmuş ve en iyi ağırlıkları (13. epoch) geri yüklemiştir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EFA52F33-2852-B20A-9278-D7DFBE3E4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178819"/>
            <a:ext cx="10917936" cy="218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46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B711720-3BC7-A4C7-7B34-C8A41D7E8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tr-TR" sz="5400">
                <a:latin typeface="Berlin Sans FB" panose="020E0602020502020306" pitchFamily="34" charset="0"/>
              </a:rPr>
              <a:t>Sonuç ve Performans Analizi</a:t>
            </a:r>
          </a:p>
        </p:txBody>
      </p:sp>
      <p:pic>
        <p:nvPicPr>
          <p:cNvPr id="6" name="Picture 5" descr="Mikro kapsam kullanan kişi">
            <a:extLst>
              <a:ext uri="{FF2B5EF4-FFF2-40B4-BE49-F238E27FC236}">
                <a16:creationId xmlns:a16="http://schemas.microsoft.com/office/drawing/2014/main" id="{03D9E678-A804-B865-D343-1D144AEED8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36" r="41888" b="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FE8CBC-0322-67AA-7ED8-8F067C05C6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7762" y="2706624"/>
            <a:ext cx="6251110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Yapılan optimizasyonlar sonucunda doğrulama başarısı (</a:t>
            </a:r>
            <a:r>
              <a:rPr kumimoji="0" lang="tr-TR" altLang="tr-TR" sz="22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val_accuracy</a:t>
            </a:r>
            <a:r>
              <a:rPr kumimoji="0" lang="tr-TR" altLang="tr-TR" sz="2200" b="0" i="0" u="none" strike="noStrike" cap="none" normalizeH="0" baseline="0">
                <a:ln>
                  <a:noFill/>
                </a:ln>
                <a:effectLst/>
              </a:rPr>
              <a:t>) </a:t>
            </a:r>
            <a:r>
              <a:rPr kumimoji="0" lang="tr-TR" altLang="tr-TR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%57'den %76.8</a:t>
            </a:r>
            <a:r>
              <a:rPr kumimoji="0" lang="tr-TR" altLang="tr-TR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seviyesine çıkarılmıştır.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Akademik Değerlendirme:</a:t>
            </a:r>
            <a:r>
              <a:rPr kumimoji="0" lang="tr-TR" altLang="tr-TR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Tamamen rastgele bir tahminin %16.6 (1/6) başarılı olacağı 6 sınıflı karmaşık bir tıbbi görüntüleme probleminde, modelin %76.8 başarıya ulaşması ve ezberleme krizini aşması, derin öğrenme tekniklerinin ne kadar başarılı uygulandığını kanıtlamaktadır.</a:t>
            </a:r>
          </a:p>
        </p:txBody>
      </p:sp>
    </p:spTree>
    <p:extLst>
      <p:ext uri="{BB962C8B-B14F-4D97-AF65-F5344CB8AC3E}">
        <p14:creationId xmlns:p14="http://schemas.microsoft.com/office/powerpoint/2010/main" val="2637873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BB59AFA-B88C-41BB-8EF7-2D6255EB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tr-TR" sz="3000">
                <a:latin typeface="Berlin Sans FB" panose="020E0602020502020306" pitchFamily="34" charset="0"/>
              </a:rPr>
              <a:t>Canlı Test ve Gradio Web Arayüzü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AADA48-F277-EE54-9C91-C54D4F4DDD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5" y="502920"/>
            <a:ext cx="6894576" cy="14630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Geliştirilen model sadece teorik aşamada bırakılmamış, sağlık personelinin kullanabileceği bir web arayüzüne dönüştürülmüştür.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Kullanılan Teknolojiler:</a:t>
            </a:r>
            <a:r>
              <a:rPr kumimoji="0" lang="tr-TR" altLang="tr-T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TensorFlow, Keras, Gradio API.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Model test görüntülerini alıp saniyeler içinde olasılık dağılımları ile teşhis sunabilmektedir.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FA4B1CF9-1D42-94CF-A6E7-307DB2125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029" y="2290936"/>
            <a:ext cx="8121749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81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559</Words>
  <Application>Microsoft Office PowerPoint</Application>
  <PresentationFormat>Geniş ekran</PresentationFormat>
  <Paragraphs>83</Paragraphs>
  <Slides>15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Arial Unicode MS</vt:lpstr>
      <vt:lpstr>Berlin Sans FB</vt:lpstr>
      <vt:lpstr>Berlin Sans FB Demi</vt:lpstr>
      <vt:lpstr>Office Teması</vt:lpstr>
      <vt:lpstr>Derin Öğrenme ile Sıtma Hücresi ve 6 sınıflı evreTeşhisi </vt:lpstr>
      <vt:lpstr>Veri Seti: Multi-stage malaria parasite recognition by deep learning dataset </vt:lpstr>
      <vt:lpstr>RBC(Red Blood Cell)</vt:lpstr>
      <vt:lpstr>PowerPoint Sunusu</vt:lpstr>
      <vt:lpstr>Ring (Yüzük Evresi)</vt:lpstr>
      <vt:lpstr>TROPHOZOİTE</vt:lpstr>
      <vt:lpstr>Schizont (Şizont Evresi)</vt:lpstr>
      <vt:lpstr>Gametocyte (Gametosit Evresi)</vt:lpstr>
      <vt:lpstr>Model Seçimi: DenseNet201 ve Transfer Learning</vt:lpstr>
      <vt:lpstr>Modelin Karşılaştığı Problem: Overfitting (Ezberleme)</vt:lpstr>
      <vt:lpstr>Optimizasyon 1: Data Augmentation (Veri Çoğaltma)</vt:lpstr>
      <vt:lpstr>Optimizasyon 2: Fine-Tuning ve Dropout</vt:lpstr>
      <vt:lpstr>Optimizasyon 3: Early Stopping (Erken Durdurma)</vt:lpstr>
      <vt:lpstr>Sonuç ve Performans Analizi</vt:lpstr>
      <vt:lpstr>Canlı Test ve Gradio Web Arayüzü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yusuf kaplaner</dc:creator>
  <cp:lastModifiedBy>yusuf kaplaner</cp:lastModifiedBy>
  <cp:revision>2</cp:revision>
  <dcterms:created xsi:type="dcterms:W3CDTF">2026-06-09T22:11:24Z</dcterms:created>
  <dcterms:modified xsi:type="dcterms:W3CDTF">2026-06-11T16:00:27Z</dcterms:modified>
</cp:coreProperties>
</file>